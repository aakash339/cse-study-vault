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25" r:id="rId1"/>
  </p:sldMasterIdLst>
  <p:notesMasterIdLst>
    <p:notesMasterId r:id="rId12"/>
  </p:notesMasterIdLst>
  <p:sldIdLst>
    <p:sldId id="256" r:id="rId2"/>
    <p:sldId id="278" r:id="rId3"/>
    <p:sldId id="279" r:id="rId4"/>
    <p:sldId id="280" r:id="rId5"/>
    <p:sldId id="281" r:id="rId6"/>
    <p:sldId id="282" r:id="rId7"/>
    <p:sldId id="283" r:id="rId8"/>
    <p:sldId id="286" r:id="rId9"/>
    <p:sldId id="287" r:id="rId10"/>
    <p:sldId id="274" r:id="rId11"/>
  </p:sldIdLst>
  <p:sldSz cx="13208000" cy="990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AE25B1-7FDC-453F-96B6-7C22CBAC13A2}" v="2" dt="2026-04-01T02:46:56.4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6" d="100"/>
          <a:sy n="56" d="100"/>
        </p:scale>
        <p:origin x="892"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ash Jaiswal" userId="f79591442e28a6c4" providerId="LiveId" clId="{CEFD8D2E-C64D-435A-8773-710689580446}"/>
    <pc:docChg chg="undo custSel addSld delSld modSld modMainMaster">
      <pc:chgData name="Subash Jaiswal" userId="f79591442e28a6c4" providerId="LiveId" clId="{CEFD8D2E-C64D-435A-8773-710689580446}" dt="2026-04-01T02:50:14.353" v="2807" actId="20577"/>
      <pc:docMkLst>
        <pc:docMk/>
      </pc:docMkLst>
      <pc:sldChg chg="modSp mod">
        <pc:chgData name="Subash Jaiswal" userId="f79591442e28a6c4" providerId="LiveId" clId="{CEFD8D2E-C64D-435A-8773-710689580446}" dt="2026-04-01T02:50:14.353" v="2807" actId="20577"/>
        <pc:sldMkLst>
          <pc:docMk/>
          <pc:sldMk cId="0" sldId="256"/>
        </pc:sldMkLst>
        <pc:spChg chg="mod">
          <ac:chgData name="Subash Jaiswal" userId="f79591442e28a6c4" providerId="LiveId" clId="{CEFD8D2E-C64D-435A-8773-710689580446}" dt="2026-03-22T11:36:26.225" v="407" actId="1076"/>
          <ac:spMkLst>
            <pc:docMk/>
            <pc:sldMk cId="0" sldId="256"/>
            <ac:spMk id="14" creationId="{00000000-0000-0000-0000-000000000000}"/>
          </ac:spMkLst>
        </pc:spChg>
        <pc:spChg chg="mod">
          <ac:chgData name="Subash Jaiswal" userId="f79591442e28a6c4" providerId="LiveId" clId="{CEFD8D2E-C64D-435A-8773-710689580446}" dt="2026-04-01T02:50:14.353" v="2807" actId="20577"/>
          <ac:spMkLst>
            <pc:docMk/>
            <pc:sldMk cId="0" sldId="256"/>
            <ac:spMk id="41" creationId="{00000000-0000-0000-0000-000000000000}"/>
          </ac:spMkLst>
        </pc:spChg>
        <pc:picChg chg="mod">
          <ac:chgData name="Subash Jaiswal" userId="f79591442e28a6c4" providerId="LiveId" clId="{CEFD8D2E-C64D-435A-8773-710689580446}" dt="2026-03-22T11:36:15.545" v="406" actId="1076"/>
          <ac:picMkLst>
            <pc:docMk/>
            <pc:sldMk cId="0" sldId="256"/>
            <ac:picMk id="4" creationId="{ECE80220-866C-5386-98B4-BA13451DCB27}"/>
          </ac:picMkLst>
        </pc:picChg>
      </pc:sldChg>
      <pc:sldChg chg="setBg">
        <pc:chgData name="Subash Jaiswal" userId="f79591442e28a6c4" providerId="LiveId" clId="{CEFD8D2E-C64D-435A-8773-710689580446}" dt="2026-03-22T11:46:01.530" v="633"/>
        <pc:sldMkLst>
          <pc:docMk/>
          <pc:sldMk cId="0" sldId="274"/>
        </pc:sldMkLst>
      </pc:sldChg>
      <pc:sldChg chg="addSp delSp modSp new mod setBg">
        <pc:chgData name="Subash Jaiswal" userId="f79591442e28a6c4" providerId="LiveId" clId="{CEFD8D2E-C64D-435A-8773-710689580446}" dt="2026-03-22T12:28:28.436" v="1015" actId="313"/>
        <pc:sldMkLst>
          <pc:docMk/>
          <pc:sldMk cId="1824194502" sldId="278"/>
        </pc:sldMkLst>
        <pc:spChg chg="add mod">
          <ac:chgData name="Subash Jaiswal" userId="f79591442e28a6c4" providerId="LiveId" clId="{CEFD8D2E-C64D-435A-8773-710689580446}" dt="2026-03-22T12:18:12.851" v="924" actId="1076"/>
          <ac:spMkLst>
            <pc:docMk/>
            <pc:sldMk cId="1824194502" sldId="278"/>
            <ac:spMk id="6" creationId="{2090E665-9BFF-319E-6084-B804A4B84CD4}"/>
          </ac:spMkLst>
        </pc:spChg>
        <pc:spChg chg="add mod">
          <ac:chgData name="Subash Jaiswal" userId="f79591442e28a6c4" providerId="LiveId" clId="{CEFD8D2E-C64D-435A-8773-710689580446}" dt="2026-03-22T12:28:28.436" v="1015" actId="313"/>
          <ac:spMkLst>
            <pc:docMk/>
            <pc:sldMk cId="1824194502" sldId="278"/>
            <ac:spMk id="13" creationId="{170BE8DB-9C75-288F-0CBE-05A6D72783CB}"/>
          </ac:spMkLst>
        </pc:spChg>
        <pc:picChg chg="add del mod">
          <ac:chgData name="Subash Jaiswal" userId="f79591442e28a6c4" providerId="LiveId" clId="{CEFD8D2E-C64D-435A-8773-710689580446}" dt="2026-03-22T12:03:17.778" v="832" actId="14100"/>
          <ac:picMkLst>
            <pc:docMk/>
            <pc:sldMk cId="1824194502" sldId="278"/>
            <ac:picMk id="3" creationId="{909B3ACB-464D-5B99-331B-5F34A805981C}"/>
          </ac:picMkLst>
        </pc:picChg>
        <pc:picChg chg="add mod">
          <ac:chgData name="Subash Jaiswal" userId="f79591442e28a6c4" providerId="LiveId" clId="{CEFD8D2E-C64D-435A-8773-710689580446}" dt="2026-03-22T12:17:54.154" v="921" actId="1076"/>
          <ac:picMkLst>
            <pc:docMk/>
            <pc:sldMk cId="1824194502" sldId="278"/>
            <ac:picMk id="9" creationId="{A5176A6B-A0F4-5441-9490-7CBBC51921CA}"/>
          </ac:picMkLst>
        </pc:picChg>
      </pc:sldChg>
      <pc:sldChg chg="addSp delSp modSp new mod setBg">
        <pc:chgData name="Subash Jaiswal" userId="f79591442e28a6c4" providerId="LiveId" clId="{CEFD8D2E-C64D-435A-8773-710689580446}" dt="2026-03-22T12:44:59.985" v="1146" actId="1076"/>
        <pc:sldMkLst>
          <pc:docMk/>
          <pc:sldMk cId="139530232" sldId="279"/>
        </pc:sldMkLst>
        <pc:spChg chg="mod">
          <ac:chgData name="Subash Jaiswal" userId="f79591442e28a6c4" providerId="LiveId" clId="{CEFD8D2E-C64D-435A-8773-710689580446}" dt="2026-03-22T12:34:41.055" v="1089" actId="255"/>
          <ac:spMkLst>
            <pc:docMk/>
            <pc:sldMk cId="139530232" sldId="279"/>
            <ac:spMk id="2" creationId="{E59C5192-8D20-F793-5D23-DC3643120665}"/>
          </ac:spMkLst>
        </pc:spChg>
        <pc:spChg chg="mod">
          <ac:chgData name="Subash Jaiswal" userId="f79591442e28a6c4" providerId="LiveId" clId="{CEFD8D2E-C64D-435A-8773-710689580446}" dt="2026-03-22T12:39:28.920" v="1111" actId="2710"/>
          <ac:spMkLst>
            <pc:docMk/>
            <pc:sldMk cId="139530232" sldId="279"/>
            <ac:spMk id="3" creationId="{F0BE97D5-E9D0-6A12-75D1-DAB405770665}"/>
          </ac:spMkLst>
        </pc:spChg>
        <pc:picChg chg="add mod">
          <ac:chgData name="Subash Jaiswal" userId="f79591442e28a6c4" providerId="LiveId" clId="{CEFD8D2E-C64D-435A-8773-710689580446}" dt="2026-03-22T12:44:59.985" v="1146" actId="1076"/>
          <ac:picMkLst>
            <pc:docMk/>
            <pc:sldMk cId="139530232" sldId="279"/>
            <ac:picMk id="7" creationId="{D60E9C6D-8118-4ECC-DBBD-2649961A0CF7}"/>
          </ac:picMkLst>
        </pc:picChg>
      </pc:sldChg>
      <pc:sldChg chg="addSp delSp modSp add mod">
        <pc:chgData name="Subash Jaiswal" userId="f79591442e28a6c4" providerId="LiveId" clId="{CEFD8D2E-C64D-435A-8773-710689580446}" dt="2026-03-22T12:52:57.322" v="1383" actId="20577"/>
        <pc:sldMkLst>
          <pc:docMk/>
          <pc:sldMk cId="1492030557" sldId="280"/>
        </pc:sldMkLst>
        <pc:spChg chg="mod">
          <ac:chgData name="Subash Jaiswal" userId="f79591442e28a6c4" providerId="LiveId" clId="{CEFD8D2E-C64D-435A-8773-710689580446}" dt="2026-03-22T12:46:03.503" v="1175" actId="20577"/>
          <ac:spMkLst>
            <pc:docMk/>
            <pc:sldMk cId="1492030557" sldId="280"/>
            <ac:spMk id="2" creationId="{0AD46072-2811-3F96-B101-78FCC526B0AF}"/>
          </ac:spMkLst>
        </pc:spChg>
        <pc:spChg chg="add del mod">
          <ac:chgData name="Subash Jaiswal" userId="f79591442e28a6c4" providerId="LiveId" clId="{CEFD8D2E-C64D-435A-8773-710689580446}" dt="2026-03-22T12:52:57.322" v="1383" actId="20577"/>
          <ac:spMkLst>
            <pc:docMk/>
            <pc:sldMk cId="1492030557" sldId="280"/>
            <ac:spMk id="3" creationId="{9864AB15-ED62-DD53-FAFC-2504A0FD391A}"/>
          </ac:spMkLst>
        </pc:spChg>
      </pc:sldChg>
      <pc:sldChg chg="modSp add mod">
        <pc:chgData name="Subash Jaiswal" userId="f79591442e28a6c4" providerId="LiveId" clId="{CEFD8D2E-C64D-435A-8773-710689580446}" dt="2026-03-22T12:59:58.923" v="1591" actId="5793"/>
        <pc:sldMkLst>
          <pc:docMk/>
          <pc:sldMk cId="743460904" sldId="281"/>
        </pc:sldMkLst>
        <pc:spChg chg="mod">
          <ac:chgData name="Subash Jaiswal" userId="f79591442e28a6c4" providerId="LiveId" clId="{CEFD8D2E-C64D-435A-8773-710689580446}" dt="2026-03-22T12:54:24.525" v="1411" actId="20577"/>
          <ac:spMkLst>
            <pc:docMk/>
            <pc:sldMk cId="743460904" sldId="281"/>
            <ac:spMk id="2" creationId="{A3298962-56A3-B93E-9AFC-9E130CE56113}"/>
          </ac:spMkLst>
        </pc:spChg>
        <pc:spChg chg="mod">
          <ac:chgData name="Subash Jaiswal" userId="f79591442e28a6c4" providerId="LiveId" clId="{CEFD8D2E-C64D-435A-8773-710689580446}" dt="2026-03-22T12:59:58.923" v="1591" actId="5793"/>
          <ac:spMkLst>
            <pc:docMk/>
            <pc:sldMk cId="743460904" sldId="281"/>
            <ac:spMk id="3" creationId="{9A6D16B9-81D2-C140-8B63-24149BA128FF}"/>
          </ac:spMkLst>
        </pc:spChg>
      </pc:sldChg>
      <pc:sldChg chg="modSp add mod">
        <pc:chgData name="Subash Jaiswal" userId="f79591442e28a6c4" providerId="LiveId" clId="{CEFD8D2E-C64D-435A-8773-710689580446}" dt="2026-03-22T13:03:30.276" v="1812" actId="20577"/>
        <pc:sldMkLst>
          <pc:docMk/>
          <pc:sldMk cId="4218354712" sldId="282"/>
        </pc:sldMkLst>
        <pc:spChg chg="mod">
          <ac:chgData name="Subash Jaiswal" userId="f79591442e28a6c4" providerId="LiveId" clId="{CEFD8D2E-C64D-435A-8773-710689580446}" dt="2026-03-22T13:00:38.450" v="1617" actId="20577"/>
          <ac:spMkLst>
            <pc:docMk/>
            <pc:sldMk cId="4218354712" sldId="282"/>
            <ac:spMk id="2" creationId="{8874139F-C294-873A-F5E4-D6102C97C546}"/>
          </ac:spMkLst>
        </pc:spChg>
        <pc:spChg chg="mod">
          <ac:chgData name="Subash Jaiswal" userId="f79591442e28a6c4" providerId="LiveId" clId="{CEFD8D2E-C64D-435A-8773-710689580446}" dt="2026-03-22T13:03:30.276" v="1812" actId="20577"/>
          <ac:spMkLst>
            <pc:docMk/>
            <pc:sldMk cId="4218354712" sldId="282"/>
            <ac:spMk id="3" creationId="{E80BD1D0-0351-86D3-1A2D-BB53FC81636C}"/>
          </ac:spMkLst>
        </pc:spChg>
      </pc:sldChg>
      <pc:sldChg chg="modSp add mod">
        <pc:chgData name="Subash Jaiswal" userId="f79591442e28a6c4" providerId="LiveId" clId="{CEFD8D2E-C64D-435A-8773-710689580446}" dt="2026-03-22T13:18:23.004" v="2608" actId="207"/>
        <pc:sldMkLst>
          <pc:docMk/>
          <pc:sldMk cId="2799550569" sldId="283"/>
        </pc:sldMkLst>
        <pc:spChg chg="mod">
          <ac:chgData name="Subash Jaiswal" userId="f79591442e28a6c4" providerId="LiveId" clId="{CEFD8D2E-C64D-435A-8773-710689580446}" dt="2026-03-22T13:04:25.072" v="1864" actId="20577"/>
          <ac:spMkLst>
            <pc:docMk/>
            <pc:sldMk cId="2799550569" sldId="283"/>
            <ac:spMk id="2" creationId="{F6EB60D7-64F3-401F-0395-BC7C42C4C230}"/>
          </ac:spMkLst>
        </pc:spChg>
        <pc:spChg chg="mod">
          <ac:chgData name="Subash Jaiswal" userId="f79591442e28a6c4" providerId="LiveId" clId="{CEFD8D2E-C64D-435A-8773-710689580446}" dt="2026-03-22T13:18:23.004" v="2608" actId="207"/>
          <ac:spMkLst>
            <pc:docMk/>
            <pc:sldMk cId="2799550569" sldId="283"/>
            <ac:spMk id="3" creationId="{982EA2C8-37C4-7B3C-BB1C-50B3EB35E41D}"/>
          </ac:spMkLst>
        </pc:spChg>
      </pc:sldChg>
      <pc:sldChg chg="addSp delSp modSp new del mod">
        <pc:chgData name="Subash Jaiswal" userId="f79591442e28a6c4" providerId="LiveId" clId="{CEFD8D2E-C64D-435A-8773-710689580446}" dt="2026-04-01T02:46:08.911" v="2712" actId="2696"/>
        <pc:sldMkLst>
          <pc:docMk/>
          <pc:sldMk cId="3525175202" sldId="284"/>
        </pc:sldMkLst>
        <pc:spChg chg="mod">
          <ac:chgData name="Subash Jaiswal" userId="f79591442e28a6c4" providerId="LiveId" clId="{CEFD8D2E-C64D-435A-8773-710689580446}" dt="2026-03-31T18:16:37.132" v="2635" actId="113"/>
          <ac:spMkLst>
            <pc:docMk/>
            <pc:sldMk cId="3525175202" sldId="284"/>
            <ac:spMk id="2" creationId="{50CFD50F-9BAD-3E8A-2B3E-B933C02561C9}"/>
          </ac:spMkLst>
        </pc:spChg>
        <pc:spChg chg="del">
          <ac:chgData name="Subash Jaiswal" userId="f79591442e28a6c4" providerId="LiveId" clId="{CEFD8D2E-C64D-435A-8773-710689580446}" dt="2026-03-31T19:31:25.502" v="2659"/>
          <ac:spMkLst>
            <pc:docMk/>
            <pc:sldMk cId="3525175202" sldId="284"/>
            <ac:spMk id="3" creationId="{4419A068-BACB-EBD2-478E-85C8105414AA}"/>
          </ac:spMkLst>
        </pc:spChg>
        <pc:picChg chg="add mod ord">
          <ac:chgData name="Subash Jaiswal" userId="f79591442e28a6c4" providerId="LiveId" clId="{CEFD8D2E-C64D-435A-8773-710689580446}" dt="2026-03-31T19:31:35.773" v="2661" actId="1076"/>
          <ac:picMkLst>
            <pc:docMk/>
            <pc:sldMk cId="3525175202" sldId="284"/>
            <ac:picMk id="5" creationId="{A69CF78F-D600-86B2-ABA0-C246F8990789}"/>
          </ac:picMkLst>
        </pc:picChg>
      </pc:sldChg>
      <pc:sldChg chg="addSp delSp modSp add del mod">
        <pc:chgData name="Subash Jaiswal" userId="f79591442e28a6c4" providerId="LiveId" clId="{CEFD8D2E-C64D-435A-8773-710689580446}" dt="2026-04-01T02:47:53.050" v="2748" actId="2696"/>
        <pc:sldMkLst>
          <pc:docMk/>
          <pc:sldMk cId="3906263982" sldId="285"/>
        </pc:sldMkLst>
        <pc:spChg chg="mod">
          <ac:chgData name="Subash Jaiswal" userId="f79591442e28a6c4" providerId="LiveId" clId="{CEFD8D2E-C64D-435A-8773-710689580446}" dt="2026-03-31T18:16:58.590" v="2650" actId="20577"/>
          <ac:spMkLst>
            <pc:docMk/>
            <pc:sldMk cId="3906263982" sldId="285"/>
            <ac:spMk id="2" creationId="{FE043BA4-EC32-20E3-9E16-B570598383E7}"/>
          </ac:spMkLst>
        </pc:spChg>
        <pc:spChg chg="del mod">
          <ac:chgData name="Subash Jaiswal" userId="f79591442e28a6c4" providerId="LiveId" clId="{CEFD8D2E-C64D-435A-8773-710689580446}" dt="2026-03-31T18:55:59.869" v="2652" actId="22"/>
          <ac:spMkLst>
            <pc:docMk/>
            <pc:sldMk cId="3906263982" sldId="285"/>
            <ac:spMk id="3" creationId="{2F051E55-D3D2-B883-6E73-E4927B28314F}"/>
          </ac:spMkLst>
        </pc:spChg>
        <pc:picChg chg="add mod ord">
          <ac:chgData name="Subash Jaiswal" userId="f79591442e28a6c4" providerId="LiveId" clId="{CEFD8D2E-C64D-435A-8773-710689580446}" dt="2026-03-31T18:56:18.116" v="2657" actId="1076"/>
          <ac:picMkLst>
            <pc:docMk/>
            <pc:sldMk cId="3906263982" sldId="285"/>
            <ac:picMk id="5" creationId="{5D2C9CB2-0B01-12E3-57DA-C05E516BF4C1}"/>
          </ac:picMkLst>
        </pc:picChg>
      </pc:sldChg>
      <pc:sldChg chg="addSp delSp modSp add mod">
        <pc:chgData name="Subash Jaiswal" userId="f79591442e28a6c4" providerId="LiveId" clId="{CEFD8D2E-C64D-435A-8773-710689580446}" dt="2026-04-01T02:45:48.315" v="2711" actId="14100"/>
        <pc:sldMkLst>
          <pc:docMk/>
          <pc:sldMk cId="1693436288" sldId="286"/>
        </pc:sldMkLst>
        <pc:spChg chg="mod">
          <ac:chgData name="Subash Jaiswal" userId="f79591442e28a6c4" providerId="LiveId" clId="{CEFD8D2E-C64D-435A-8773-710689580446}" dt="2026-04-01T02:44:25.005" v="2706" actId="20577"/>
          <ac:spMkLst>
            <pc:docMk/>
            <pc:sldMk cId="1693436288" sldId="286"/>
            <ac:spMk id="2" creationId="{351D195E-43D2-B86D-EFF6-5D050524473E}"/>
          </ac:spMkLst>
        </pc:spChg>
        <pc:spChg chg="del mod">
          <ac:chgData name="Subash Jaiswal" userId="f79591442e28a6c4" providerId="LiveId" clId="{CEFD8D2E-C64D-435A-8773-710689580446}" dt="2026-04-01T02:44:45.334" v="2708"/>
          <ac:spMkLst>
            <pc:docMk/>
            <pc:sldMk cId="1693436288" sldId="286"/>
            <ac:spMk id="3" creationId="{BABF40C2-5516-FF3A-9A65-C9B4DF3F7497}"/>
          </ac:spMkLst>
        </pc:spChg>
        <pc:picChg chg="add mod">
          <ac:chgData name="Subash Jaiswal" userId="f79591442e28a6c4" providerId="LiveId" clId="{CEFD8D2E-C64D-435A-8773-710689580446}" dt="2026-04-01T02:45:48.315" v="2711" actId="14100"/>
          <ac:picMkLst>
            <pc:docMk/>
            <pc:sldMk cId="1693436288" sldId="286"/>
            <ac:picMk id="4" creationId="{7C78DC95-86D8-3589-B64E-34111A3C8015}"/>
          </ac:picMkLst>
        </pc:picChg>
      </pc:sldChg>
      <pc:sldChg chg="addSp delSp modSp add mod">
        <pc:chgData name="Subash Jaiswal" userId="f79591442e28a6c4" providerId="LiveId" clId="{CEFD8D2E-C64D-435A-8773-710689580446}" dt="2026-04-01T02:48:27.703" v="2750" actId="14100"/>
        <pc:sldMkLst>
          <pc:docMk/>
          <pc:sldMk cId="3241952781" sldId="287"/>
        </pc:sldMkLst>
        <pc:spChg chg="mod">
          <ac:chgData name="Subash Jaiswal" userId="f79591442e28a6c4" providerId="LiveId" clId="{CEFD8D2E-C64D-435A-8773-710689580446}" dt="2026-04-01T02:46:36.743" v="2739" actId="20577"/>
          <ac:spMkLst>
            <pc:docMk/>
            <pc:sldMk cId="3241952781" sldId="287"/>
            <ac:spMk id="2" creationId="{851203DC-7C0D-C62A-EE18-D09921FEFFB5}"/>
          </ac:spMkLst>
        </pc:spChg>
        <pc:spChg chg="add del mod">
          <ac:chgData name="Subash Jaiswal" userId="f79591442e28a6c4" providerId="LiveId" clId="{CEFD8D2E-C64D-435A-8773-710689580446}" dt="2026-04-01T02:46:56.472" v="2741"/>
          <ac:spMkLst>
            <pc:docMk/>
            <pc:sldMk cId="3241952781" sldId="287"/>
            <ac:spMk id="5" creationId="{BB9BED2A-7F2F-C423-491C-A4F6028F0B3C}"/>
          </ac:spMkLst>
        </pc:spChg>
        <pc:picChg chg="del">
          <ac:chgData name="Subash Jaiswal" userId="f79591442e28a6c4" providerId="LiveId" clId="{CEFD8D2E-C64D-435A-8773-710689580446}" dt="2026-04-01T02:46:44.840" v="2740" actId="21"/>
          <ac:picMkLst>
            <pc:docMk/>
            <pc:sldMk cId="3241952781" sldId="287"/>
            <ac:picMk id="4" creationId="{F28AA41E-539C-1AEA-B6D4-5DD185A4307F}"/>
          </ac:picMkLst>
        </pc:picChg>
        <pc:picChg chg="add mod">
          <ac:chgData name="Subash Jaiswal" userId="f79591442e28a6c4" providerId="LiveId" clId="{CEFD8D2E-C64D-435A-8773-710689580446}" dt="2026-04-01T02:48:27.703" v="2750" actId="14100"/>
          <ac:picMkLst>
            <pc:docMk/>
            <pc:sldMk cId="3241952781" sldId="287"/>
            <ac:picMk id="6" creationId="{4B4214E5-C533-5180-B635-687A9FAF0DE8}"/>
          </ac:picMkLst>
        </pc:picChg>
      </pc:sldChg>
      <pc:sldMasterChg chg="setBg modSldLayout">
        <pc:chgData name="Subash Jaiswal" userId="f79591442e28a6c4" providerId="LiveId" clId="{CEFD8D2E-C64D-435A-8773-710689580446}" dt="2026-03-22T11:46:01.530" v="633"/>
        <pc:sldMasterMkLst>
          <pc:docMk/>
          <pc:sldMasterMk cId="4229662846" sldId="2147483725"/>
        </pc:sldMasterMkLst>
        <pc:sldLayoutChg chg="setBg">
          <pc:chgData name="Subash Jaiswal" userId="f79591442e28a6c4" providerId="LiveId" clId="{CEFD8D2E-C64D-435A-8773-710689580446}" dt="2026-03-22T11:46:01.530" v="633"/>
          <pc:sldLayoutMkLst>
            <pc:docMk/>
            <pc:sldMasterMk cId="4229662846" sldId="2147483725"/>
            <pc:sldLayoutMk cId="3944102422" sldId="2147483726"/>
          </pc:sldLayoutMkLst>
        </pc:sldLayoutChg>
        <pc:sldLayoutChg chg="setBg">
          <pc:chgData name="Subash Jaiswal" userId="f79591442e28a6c4" providerId="LiveId" clId="{CEFD8D2E-C64D-435A-8773-710689580446}" dt="2026-03-22T11:46:01.530" v="633"/>
          <pc:sldLayoutMkLst>
            <pc:docMk/>
            <pc:sldMasterMk cId="4229662846" sldId="2147483725"/>
            <pc:sldLayoutMk cId="899019620" sldId="2147483727"/>
          </pc:sldLayoutMkLst>
        </pc:sldLayoutChg>
        <pc:sldLayoutChg chg="setBg">
          <pc:chgData name="Subash Jaiswal" userId="f79591442e28a6c4" providerId="LiveId" clId="{CEFD8D2E-C64D-435A-8773-710689580446}" dt="2026-03-22T11:46:01.530" v="633"/>
          <pc:sldLayoutMkLst>
            <pc:docMk/>
            <pc:sldMasterMk cId="4229662846" sldId="2147483725"/>
            <pc:sldLayoutMk cId="2308937662" sldId="2147483728"/>
          </pc:sldLayoutMkLst>
        </pc:sldLayoutChg>
        <pc:sldLayoutChg chg="setBg">
          <pc:chgData name="Subash Jaiswal" userId="f79591442e28a6c4" providerId="LiveId" clId="{CEFD8D2E-C64D-435A-8773-710689580446}" dt="2026-03-22T11:46:01.530" v="633"/>
          <pc:sldLayoutMkLst>
            <pc:docMk/>
            <pc:sldMasterMk cId="4229662846" sldId="2147483725"/>
            <pc:sldLayoutMk cId="217065426" sldId="2147483729"/>
          </pc:sldLayoutMkLst>
        </pc:sldLayoutChg>
        <pc:sldLayoutChg chg="setBg">
          <pc:chgData name="Subash Jaiswal" userId="f79591442e28a6c4" providerId="LiveId" clId="{CEFD8D2E-C64D-435A-8773-710689580446}" dt="2026-03-22T11:46:01.530" v="633"/>
          <pc:sldLayoutMkLst>
            <pc:docMk/>
            <pc:sldMasterMk cId="4229662846" sldId="2147483725"/>
            <pc:sldLayoutMk cId="2826163910" sldId="2147483730"/>
          </pc:sldLayoutMkLst>
        </pc:sldLayoutChg>
        <pc:sldLayoutChg chg="setBg">
          <pc:chgData name="Subash Jaiswal" userId="f79591442e28a6c4" providerId="LiveId" clId="{CEFD8D2E-C64D-435A-8773-710689580446}" dt="2026-03-22T11:46:01.530" v="633"/>
          <pc:sldLayoutMkLst>
            <pc:docMk/>
            <pc:sldMasterMk cId="4229662846" sldId="2147483725"/>
            <pc:sldLayoutMk cId="2964932990" sldId="2147483731"/>
          </pc:sldLayoutMkLst>
        </pc:sldLayoutChg>
        <pc:sldLayoutChg chg="setBg">
          <pc:chgData name="Subash Jaiswal" userId="f79591442e28a6c4" providerId="LiveId" clId="{CEFD8D2E-C64D-435A-8773-710689580446}" dt="2026-03-22T11:46:01.530" v="633"/>
          <pc:sldLayoutMkLst>
            <pc:docMk/>
            <pc:sldMasterMk cId="4229662846" sldId="2147483725"/>
            <pc:sldLayoutMk cId="1457649535" sldId="2147483732"/>
          </pc:sldLayoutMkLst>
        </pc:sldLayoutChg>
        <pc:sldLayoutChg chg="setBg">
          <pc:chgData name="Subash Jaiswal" userId="f79591442e28a6c4" providerId="LiveId" clId="{CEFD8D2E-C64D-435A-8773-710689580446}" dt="2026-03-22T11:46:01.530" v="633"/>
          <pc:sldLayoutMkLst>
            <pc:docMk/>
            <pc:sldMasterMk cId="4229662846" sldId="2147483725"/>
            <pc:sldLayoutMk cId="3571760332" sldId="2147483733"/>
          </pc:sldLayoutMkLst>
        </pc:sldLayoutChg>
        <pc:sldLayoutChg chg="setBg">
          <pc:chgData name="Subash Jaiswal" userId="f79591442e28a6c4" providerId="LiveId" clId="{CEFD8D2E-C64D-435A-8773-710689580446}" dt="2026-03-22T11:46:01.530" v="633"/>
          <pc:sldLayoutMkLst>
            <pc:docMk/>
            <pc:sldMasterMk cId="4229662846" sldId="2147483725"/>
            <pc:sldLayoutMk cId="1974456152" sldId="2147483734"/>
          </pc:sldLayoutMkLst>
        </pc:sldLayoutChg>
        <pc:sldLayoutChg chg="setBg">
          <pc:chgData name="Subash Jaiswal" userId="f79591442e28a6c4" providerId="LiveId" clId="{CEFD8D2E-C64D-435A-8773-710689580446}" dt="2026-03-22T11:46:01.530" v="633"/>
          <pc:sldLayoutMkLst>
            <pc:docMk/>
            <pc:sldMasterMk cId="4229662846" sldId="2147483725"/>
            <pc:sldLayoutMk cId="434146557" sldId="2147483735"/>
          </pc:sldLayoutMkLst>
        </pc:sldLayoutChg>
        <pc:sldLayoutChg chg="setBg">
          <pc:chgData name="Subash Jaiswal" userId="f79591442e28a6c4" providerId="LiveId" clId="{CEFD8D2E-C64D-435A-8773-710689580446}" dt="2026-03-22T11:46:01.530" v="633"/>
          <pc:sldLayoutMkLst>
            <pc:docMk/>
            <pc:sldMasterMk cId="4229662846" sldId="2147483725"/>
            <pc:sldLayoutMk cId="1705043171" sldId="2147483736"/>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425F9B-DFB7-4E70-8F96-5502A5A07BD1}" type="datetimeFigureOut">
              <a:rPr lang="en-US" smtClean="0"/>
              <a:t>3/31/2026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6D11C0-803D-4F70-90F9-4C8042982FDC}" type="slidenum">
              <a:rPr lang="en-US" smtClean="0"/>
              <a:t>‹#›</a:t>
            </a:fld>
            <a:endParaRPr lang="en-US"/>
          </a:p>
        </p:txBody>
      </p:sp>
    </p:spTree>
    <p:extLst>
      <p:ext uri="{BB962C8B-B14F-4D97-AF65-F5344CB8AC3E}">
        <p14:creationId xmlns:p14="http://schemas.microsoft.com/office/powerpoint/2010/main" val="7758960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E856AB-57E4-99D1-7479-DB9EB0326A18}"/>
              </a:ext>
            </a:extLst>
          </p:cNvPr>
          <p:cNvSpPr>
            <a:spLocks noGrp="1"/>
          </p:cNvSpPr>
          <p:nvPr>
            <p:ph type="ctrTitle"/>
          </p:nvPr>
        </p:nvSpPr>
        <p:spPr>
          <a:xfrm>
            <a:off x="1651000" y="1621191"/>
            <a:ext cx="9906000" cy="3448756"/>
          </a:xfrm>
        </p:spPr>
        <p:txBody>
          <a:bodyPr anchor="b"/>
          <a:lstStyle>
            <a:lvl1pPr algn="ctr">
              <a:defRPr sz="6500"/>
            </a:lvl1pPr>
          </a:lstStyle>
          <a:p>
            <a:r>
              <a:rPr lang="en-US"/>
              <a:t>Click to edit Master title style</a:t>
            </a:r>
          </a:p>
        </p:txBody>
      </p:sp>
      <p:sp>
        <p:nvSpPr>
          <p:cNvPr id="3" name="Subtitle 2">
            <a:extLst>
              <a:ext uri="{FF2B5EF4-FFF2-40B4-BE49-F238E27FC236}">
                <a16:creationId xmlns:a16="http://schemas.microsoft.com/office/drawing/2014/main" id="{8D1DBD39-6480-942F-639D-741E96951826}"/>
              </a:ext>
            </a:extLst>
          </p:cNvPr>
          <p:cNvSpPr>
            <a:spLocks noGrp="1"/>
          </p:cNvSpPr>
          <p:nvPr>
            <p:ph type="subTitle" idx="1"/>
          </p:nvPr>
        </p:nvSpPr>
        <p:spPr>
          <a:xfrm>
            <a:off x="1651000" y="5202944"/>
            <a:ext cx="9906000" cy="2391656"/>
          </a:xfrm>
        </p:spPr>
        <p:txBody>
          <a:bodyPr/>
          <a:lstStyle>
            <a:lvl1pPr marL="0" indent="0" algn="ctr">
              <a:buNone/>
              <a:defRPr sz="2600"/>
            </a:lvl1pPr>
            <a:lvl2pPr marL="495285" indent="0" algn="ctr">
              <a:buNone/>
              <a:defRPr sz="2167"/>
            </a:lvl2pPr>
            <a:lvl3pPr marL="990570" indent="0" algn="ctr">
              <a:buNone/>
              <a:defRPr sz="1950"/>
            </a:lvl3pPr>
            <a:lvl4pPr marL="1485854" indent="0" algn="ctr">
              <a:buNone/>
              <a:defRPr sz="1733"/>
            </a:lvl4pPr>
            <a:lvl5pPr marL="1981139" indent="0" algn="ctr">
              <a:buNone/>
              <a:defRPr sz="1733"/>
            </a:lvl5pPr>
            <a:lvl6pPr marL="2476424" indent="0" algn="ctr">
              <a:buNone/>
              <a:defRPr sz="1733"/>
            </a:lvl6pPr>
            <a:lvl7pPr marL="2971709" indent="0" algn="ctr">
              <a:buNone/>
              <a:defRPr sz="1733"/>
            </a:lvl7pPr>
            <a:lvl8pPr marL="3466993" indent="0" algn="ctr">
              <a:buNone/>
              <a:defRPr sz="1733"/>
            </a:lvl8pPr>
            <a:lvl9pPr marL="3962278" indent="0" algn="ctr">
              <a:buNone/>
              <a:defRPr sz="1733"/>
            </a:lvl9pPr>
          </a:lstStyle>
          <a:p>
            <a:r>
              <a:rPr lang="en-US"/>
              <a:t>Click to edit Master subtitle style</a:t>
            </a:r>
          </a:p>
        </p:txBody>
      </p:sp>
      <p:sp>
        <p:nvSpPr>
          <p:cNvPr id="4" name="Date Placeholder 3">
            <a:extLst>
              <a:ext uri="{FF2B5EF4-FFF2-40B4-BE49-F238E27FC236}">
                <a16:creationId xmlns:a16="http://schemas.microsoft.com/office/drawing/2014/main" id="{A2D980A1-7A33-180E-9A0C-675B7E7428D7}"/>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5" name="Footer Placeholder 4">
            <a:extLst>
              <a:ext uri="{FF2B5EF4-FFF2-40B4-BE49-F238E27FC236}">
                <a16:creationId xmlns:a16="http://schemas.microsoft.com/office/drawing/2014/main" id="{60B2A9B7-C808-3E64-E893-3BC3E24F2E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FA4030-ED8A-1622-5EA4-1F3CECCE76FB}"/>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3944102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3C444-0438-DD94-914E-48FA2564BD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1FEFBA-8292-B427-844E-D67A88D077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70B1D8-CFEE-07C4-B237-0122B0625542}"/>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5" name="Footer Placeholder 4">
            <a:extLst>
              <a:ext uri="{FF2B5EF4-FFF2-40B4-BE49-F238E27FC236}">
                <a16:creationId xmlns:a16="http://schemas.microsoft.com/office/drawing/2014/main" id="{A791DF49-4D5A-F240-91B5-7DCB15200D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F86B1E-B07C-B3CB-4A86-B87D8D25B10C}"/>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899019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7DBF6-28C5-8E75-7648-54604ADA776D}"/>
              </a:ext>
            </a:extLst>
          </p:cNvPr>
          <p:cNvSpPr>
            <a:spLocks noGrp="1"/>
          </p:cNvSpPr>
          <p:nvPr>
            <p:ph type="title"/>
          </p:nvPr>
        </p:nvSpPr>
        <p:spPr>
          <a:xfrm>
            <a:off x="901171" y="2469622"/>
            <a:ext cx="11391900" cy="4120620"/>
          </a:xfrm>
        </p:spPr>
        <p:txBody>
          <a:bodyPr anchor="b"/>
          <a:lstStyle>
            <a:lvl1pPr>
              <a:defRPr sz="6500"/>
            </a:lvl1pPr>
          </a:lstStyle>
          <a:p>
            <a:r>
              <a:rPr lang="en-US"/>
              <a:t>Click to edit Master title style</a:t>
            </a:r>
          </a:p>
        </p:txBody>
      </p:sp>
      <p:sp>
        <p:nvSpPr>
          <p:cNvPr id="3" name="Text Placeholder 2">
            <a:extLst>
              <a:ext uri="{FF2B5EF4-FFF2-40B4-BE49-F238E27FC236}">
                <a16:creationId xmlns:a16="http://schemas.microsoft.com/office/drawing/2014/main" id="{8DBDDBF2-01F8-1A0E-FB73-4FFD730D92DB}"/>
              </a:ext>
            </a:extLst>
          </p:cNvPr>
          <p:cNvSpPr>
            <a:spLocks noGrp="1"/>
          </p:cNvSpPr>
          <p:nvPr>
            <p:ph type="body" idx="1"/>
          </p:nvPr>
        </p:nvSpPr>
        <p:spPr>
          <a:xfrm>
            <a:off x="901171" y="6629225"/>
            <a:ext cx="11391900" cy="2166937"/>
          </a:xfrm>
        </p:spPr>
        <p:txBody>
          <a:bodyPr/>
          <a:lstStyle>
            <a:lvl1pPr marL="0" indent="0">
              <a:buNone/>
              <a:defRPr sz="2600">
                <a:solidFill>
                  <a:schemeClr val="tx1">
                    <a:tint val="82000"/>
                  </a:schemeClr>
                </a:solidFill>
              </a:defRPr>
            </a:lvl1pPr>
            <a:lvl2pPr marL="495285" indent="0">
              <a:buNone/>
              <a:defRPr sz="2167">
                <a:solidFill>
                  <a:schemeClr val="tx1">
                    <a:tint val="82000"/>
                  </a:schemeClr>
                </a:solidFill>
              </a:defRPr>
            </a:lvl2pPr>
            <a:lvl3pPr marL="990570" indent="0">
              <a:buNone/>
              <a:defRPr sz="1950">
                <a:solidFill>
                  <a:schemeClr val="tx1">
                    <a:tint val="82000"/>
                  </a:schemeClr>
                </a:solidFill>
              </a:defRPr>
            </a:lvl3pPr>
            <a:lvl4pPr marL="1485854" indent="0">
              <a:buNone/>
              <a:defRPr sz="1733">
                <a:solidFill>
                  <a:schemeClr val="tx1">
                    <a:tint val="82000"/>
                  </a:schemeClr>
                </a:solidFill>
              </a:defRPr>
            </a:lvl4pPr>
            <a:lvl5pPr marL="1981139" indent="0">
              <a:buNone/>
              <a:defRPr sz="1733">
                <a:solidFill>
                  <a:schemeClr val="tx1">
                    <a:tint val="82000"/>
                  </a:schemeClr>
                </a:solidFill>
              </a:defRPr>
            </a:lvl5pPr>
            <a:lvl6pPr marL="2476424" indent="0">
              <a:buNone/>
              <a:defRPr sz="1733">
                <a:solidFill>
                  <a:schemeClr val="tx1">
                    <a:tint val="82000"/>
                  </a:schemeClr>
                </a:solidFill>
              </a:defRPr>
            </a:lvl6pPr>
            <a:lvl7pPr marL="2971709" indent="0">
              <a:buNone/>
              <a:defRPr sz="1733">
                <a:solidFill>
                  <a:schemeClr val="tx1">
                    <a:tint val="82000"/>
                  </a:schemeClr>
                </a:solidFill>
              </a:defRPr>
            </a:lvl7pPr>
            <a:lvl8pPr marL="3466993" indent="0">
              <a:buNone/>
              <a:defRPr sz="1733">
                <a:solidFill>
                  <a:schemeClr val="tx1">
                    <a:tint val="82000"/>
                  </a:schemeClr>
                </a:solidFill>
              </a:defRPr>
            </a:lvl8pPr>
            <a:lvl9pPr marL="3962278" indent="0">
              <a:buNone/>
              <a:defRPr sz="1733">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C68510-C7DD-5E81-FE7F-F9C051D8330B}"/>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5" name="Footer Placeholder 4">
            <a:extLst>
              <a:ext uri="{FF2B5EF4-FFF2-40B4-BE49-F238E27FC236}">
                <a16:creationId xmlns:a16="http://schemas.microsoft.com/office/drawing/2014/main" id="{1C7CDDB9-097C-37AB-4209-08CC54642A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4EC886-DDB0-DA18-DEDE-0E9EDEDC1E6B}"/>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2308937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2F839-1D8F-62E3-2871-68D535DF299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63A3F7-1A69-E996-8BCF-81519AD66642}"/>
              </a:ext>
            </a:extLst>
          </p:cNvPr>
          <p:cNvSpPr>
            <a:spLocks noGrp="1"/>
          </p:cNvSpPr>
          <p:nvPr>
            <p:ph sz="half" idx="1"/>
          </p:nvPr>
        </p:nvSpPr>
        <p:spPr>
          <a:xfrm>
            <a:off x="908050" y="2637014"/>
            <a:ext cx="561340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58E5CB0-5C26-7CE0-1BEC-14637FE1C660}"/>
              </a:ext>
            </a:extLst>
          </p:cNvPr>
          <p:cNvSpPr>
            <a:spLocks noGrp="1"/>
          </p:cNvSpPr>
          <p:nvPr>
            <p:ph sz="half" idx="2"/>
          </p:nvPr>
        </p:nvSpPr>
        <p:spPr>
          <a:xfrm>
            <a:off x="6686550" y="2637014"/>
            <a:ext cx="561340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7B2E67-CD14-A90F-AF8A-15881516E170}"/>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6" name="Footer Placeholder 5">
            <a:extLst>
              <a:ext uri="{FF2B5EF4-FFF2-40B4-BE49-F238E27FC236}">
                <a16:creationId xmlns:a16="http://schemas.microsoft.com/office/drawing/2014/main" id="{24C434A1-1718-108B-B562-222A62134E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CA3795-DA4B-BD32-1C3A-AD4296719221}"/>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217065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7EC8A-5DB2-6FD0-BCA8-132FFF61DF81}"/>
              </a:ext>
            </a:extLst>
          </p:cNvPr>
          <p:cNvSpPr>
            <a:spLocks noGrp="1"/>
          </p:cNvSpPr>
          <p:nvPr>
            <p:ph type="title"/>
          </p:nvPr>
        </p:nvSpPr>
        <p:spPr>
          <a:xfrm>
            <a:off x="909770" y="527404"/>
            <a:ext cx="11391900" cy="1914702"/>
          </a:xfrm>
        </p:spPr>
        <p:txBody>
          <a:bodyPr/>
          <a:lstStyle/>
          <a:p>
            <a:r>
              <a:rPr lang="en-US"/>
              <a:t>Click to edit Master title style</a:t>
            </a:r>
          </a:p>
        </p:txBody>
      </p:sp>
      <p:sp>
        <p:nvSpPr>
          <p:cNvPr id="3" name="Text Placeholder 2">
            <a:extLst>
              <a:ext uri="{FF2B5EF4-FFF2-40B4-BE49-F238E27FC236}">
                <a16:creationId xmlns:a16="http://schemas.microsoft.com/office/drawing/2014/main" id="{BEC6823A-BB6E-B539-11D8-5EB6853B17AD}"/>
              </a:ext>
            </a:extLst>
          </p:cNvPr>
          <p:cNvSpPr>
            <a:spLocks noGrp="1"/>
          </p:cNvSpPr>
          <p:nvPr>
            <p:ph type="body" idx="1"/>
          </p:nvPr>
        </p:nvSpPr>
        <p:spPr>
          <a:xfrm>
            <a:off x="909771" y="2428347"/>
            <a:ext cx="5587603" cy="1190095"/>
          </a:xfrm>
        </p:spPr>
        <p:txBody>
          <a:bodyPr anchor="b"/>
          <a:lstStyle>
            <a:lvl1pPr marL="0" indent="0">
              <a:buNone/>
              <a:defRPr sz="2600" b="1"/>
            </a:lvl1pPr>
            <a:lvl2pPr marL="495285" indent="0">
              <a:buNone/>
              <a:defRPr sz="2167" b="1"/>
            </a:lvl2pPr>
            <a:lvl3pPr marL="990570" indent="0">
              <a:buNone/>
              <a:defRPr sz="1950" b="1"/>
            </a:lvl3pPr>
            <a:lvl4pPr marL="1485854" indent="0">
              <a:buNone/>
              <a:defRPr sz="1733" b="1"/>
            </a:lvl4pPr>
            <a:lvl5pPr marL="1981139" indent="0">
              <a:buNone/>
              <a:defRPr sz="1733" b="1"/>
            </a:lvl5pPr>
            <a:lvl6pPr marL="2476424" indent="0">
              <a:buNone/>
              <a:defRPr sz="1733" b="1"/>
            </a:lvl6pPr>
            <a:lvl7pPr marL="2971709" indent="0">
              <a:buNone/>
              <a:defRPr sz="1733" b="1"/>
            </a:lvl7pPr>
            <a:lvl8pPr marL="3466993" indent="0">
              <a:buNone/>
              <a:defRPr sz="1733" b="1"/>
            </a:lvl8pPr>
            <a:lvl9pPr marL="3962278" indent="0">
              <a:buNone/>
              <a:defRPr sz="1733" b="1"/>
            </a:lvl9pPr>
          </a:lstStyle>
          <a:p>
            <a:pPr lvl="0"/>
            <a:r>
              <a:rPr lang="en-US"/>
              <a:t>Click to edit Master text styles</a:t>
            </a:r>
          </a:p>
        </p:txBody>
      </p:sp>
      <p:sp>
        <p:nvSpPr>
          <p:cNvPr id="4" name="Content Placeholder 3">
            <a:extLst>
              <a:ext uri="{FF2B5EF4-FFF2-40B4-BE49-F238E27FC236}">
                <a16:creationId xmlns:a16="http://schemas.microsoft.com/office/drawing/2014/main" id="{DA071FFD-DF9F-1FF5-6CB6-76E22DB2F861}"/>
              </a:ext>
            </a:extLst>
          </p:cNvPr>
          <p:cNvSpPr>
            <a:spLocks noGrp="1"/>
          </p:cNvSpPr>
          <p:nvPr>
            <p:ph sz="half" idx="2"/>
          </p:nvPr>
        </p:nvSpPr>
        <p:spPr>
          <a:xfrm>
            <a:off x="909771" y="3618442"/>
            <a:ext cx="558760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23658F-D2E4-1F3E-A445-3DE164320BF3}"/>
              </a:ext>
            </a:extLst>
          </p:cNvPr>
          <p:cNvSpPr>
            <a:spLocks noGrp="1"/>
          </p:cNvSpPr>
          <p:nvPr>
            <p:ph type="body" sz="quarter" idx="3"/>
          </p:nvPr>
        </p:nvSpPr>
        <p:spPr>
          <a:xfrm>
            <a:off x="6686550" y="2428347"/>
            <a:ext cx="5615120" cy="1190095"/>
          </a:xfrm>
        </p:spPr>
        <p:txBody>
          <a:bodyPr anchor="b"/>
          <a:lstStyle>
            <a:lvl1pPr marL="0" indent="0">
              <a:buNone/>
              <a:defRPr sz="2600" b="1"/>
            </a:lvl1pPr>
            <a:lvl2pPr marL="495285" indent="0">
              <a:buNone/>
              <a:defRPr sz="2167" b="1"/>
            </a:lvl2pPr>
            <a:lvl3pPr marL="990570" indent="0">
              <a:buNone/>
              <a:defRPr sz="1950" b="1"/>
            </a:lvl3pPr>
            <a:lvl4pPr marL="1485854" indent="0">
              <a:buNone/>
              <a:defRPr sz="1733" b="1"/>
            </a:lvl4pPr>
            <a:lvl5pPr marL="1981139" indent="0">
              <a:buNone/>
              <a:defRPr sz="1733" b="1"/>
            </a:lvl5pPr>
            <a:lvl6pPr marL="2476424" indent="0">
              <a:buNone/>
              <a:defRPr sz="1733" b="1"/>
            </a:lvl6pPr>
            <a:lvl7pPr marL="2971709" indent="0">
              <a:buNone/>
              <a:defRPr sz="1733" b="1"/>
            </a:lvl7pPr>
            <a:lvl8pPr marL="3466993" indent="0">
              <a:buNone/>
              <a:defRPr sz="1733" b="1"/>
            </a:lvl8pPr>
            <a:lvl9pPr marL="3962278" indent="0">
              <a:buNone/>
              <a:defRPr sz="1733" b="1"/>
            </a:lvl9pPr>
          </a:lstStyle>
          <a:p>
            <a:pPr lvl="0"/>
            <a:r>
              <a:rPr lang="en-US"/>
              <a:t>Click to edit Master text styles</a:t>
            </a:r>
          </a:p>
        </p:txBody>
      </p:sp>
      <p:sp>
        <p:nvSpPr>
          <p:cNvPr id="6" name="Content Placeholder 5">
            <a:extLst>
              <a:ext uri="{FF2B5EF4-FFF2-40B4-BE49-F238E27FC236}">
                <a16:creationId xmlns:a16="http://schemas.microsoft.com/office/drawing/2014/main" id="{7196146E-668B-4869-1B2D-532E314251EB}"/>
              </a:ext>
            </a:extLst>
          </p:cNvPr>
          <p:cNvSpPr>
            <a:spLocks noGrp="1"/>
          </p:cNvSpPr>
          <p:nvPr>
            <p:ph sz="quarter" idx="4"/>
          </p:nvPr>
        </p:nvSpPr>
        <p:spPr>
          <a:xfrm>
            <a:off x="6686550" y="3618442"/>
            <a:ext cx="5615120"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B98353-5C53-CD29-9E26-A941B85E0D7D}"/>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8" name="Footer Placeholder 7">
            <a:extLst>
              <a:ext uri="{FF2B5EF4-FFF2-40B4-BE49-F238E27FC236}">
                <a16:creationId xmlns:a16="http://schemas.microsoft.com/office/drawing/2014/main" id="{4A6C1E46-A05C-0803-8646-3AECDA3D179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10D01C-46B7-EA71-C3F9-A65F108810A4}"/>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2826163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40397-A829-2D8F-13B0-3EFEE1CC96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F85B60-9FF9-DE7D-3FA8-21EEC7F42AF5}"/>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4" name="Footer Placeholder 3">
            <a:extLst>
              <a:ext uri="{FF2B5EF4-FFF2-40B4-BE49-F238E27FC236}">
                <a16:creationId xmlns:a16="http://schemas.microsoft.com/office/drawing/2014/main" id="{DC0EBF82-970C-C999-BB40-C4ABA5E408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A477D31-51AA-85C2-B8FA-64ACF4D249C6}"/>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2964932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74545F-0BC3-3C7F-AE4D-5C7D42175F18}"/>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3" name="Footer Placeholder 2">
            <a:extLst>
              <a:ext uri="{FF2B5EF4-FFF2-40B4-BE49-F238E27FC236}">
                <a16:creationId xmlns:a16="http://schemas.microsoft.com/office/drawing/2014/main" id="{EA08F3F0-E7D1-DE63-81A3-8B5E09FB25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97AEF7F-1163-E748-DB36-4C67E5133ACD}"/>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1457649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5E102-AC00-8636-6FEE-1473D24A5DC0}"/>
              </a:ext>
            </a:extLst>
          </p:cNvPr>
          <p:cNvSpPr>
            <a:spLocks noGrp="1"/>
          </p:cNvSpPr>
          <p:nvPr>
            <p:ph type="title"/>
          </p:nvPr>
        </p:nvSpPr>
        <p:spPr>
          <a:xfrm>
            <a:off x="909771" y="660400"/>
            <a:ext cx="4259923" cy="2311400"/>
          </a:xfrm>
        </p:spPr>
        <p:txBody>
          <a:bodyPr anchor="b"/>
          <a:lstStyle>
            <a:lvl1pPr>
              <a:defRPr sz="3467"/>
            </a:lvl1pPr>
          </a:lstStyle>
          <a:p>
            <a:r>
              <a:rPr lang="en-US"/>
              <a:t>Click to edit Master title style</a:t>
            </a:r>
          </a:p>
        </p:txBody>
      </p:sp>
      <p:sp>
        <p:nvSpPr>
          <p:cNvPr id="3" name="Content Placeholder 2">
            <a:extLst>
              <a:ext uri="{FF2B5EF4-FFF2-40B4-BE49-F238E27FC236}">
                <a16:creationId xmlns:a16="http://schemas.microsoft.com/office/drawing/2014/main" id="{4CE172EA-7BBB-FC25-A23A-946A7DCA981E}"/>
              </a:ext>
            </a:extLst>
          </p:cNvPr>
          <p:cNvSpPr>
            <a:spLocks noGrp="1"/>
          </p:cNvSpPr>
          <p:nvPr>
            <p:ph idx="1"/>
          </p:nvPr>
        </p:nvSpPr>
        <p:spPr>
          <a:xfrm>
            <a:off x="5615120" y="1426281"/>
            <a:ext cx="6686550" cy="7039681"/>
          </a:xfrm>
        </p:spPr>
        <p:txBody>
          <a:bodyPr/>
          <a:lstStyle>
            <a:lvl1pPr>
              <a:defRPr sz="3467"/>
            </a:lvl1pPr>
            <a:lvl2pPr>
              <a:defRPr sz="3033"/>
            </a:lvl2pPr>
            <a:lvl3pPr>
              <a:defRPr sz="2600"/>
            </a:lvl3pPr>
            <a:lvl4pPr>
              <a:defRPr sz="2167"/>
            </a:lvl4pPr>
            <a:lvl5pPr>
              <a:defRPr sz="2167"/>
            </a:lvl5pPr>
            <a:lvl6pPr>
              <a:defRPr sz="2167"/>
            </a:lvl6pPr>
            <a:lvl7pPr>
              <a:defRPr sz="2167"/>
            </a:lvl7pPr>
            <a:lvl8pPr>
              <a:defRPr sz="2167"/>
            </a:lvl8pPr>
            <a:lvl9pPr>
              <a:defRPr sz="21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04B7A2E-89E0-B862-A8C3-CDC40281B54F}"/>
              </a:ext>
            </a:extLst>
          </p:cNvPr>
          <p:cNvSpPr>
            <a:spLocks noGrp="1"/>
          </p:cNvSpPr>
          <p:nvPr>
            <p:ph type="body" sz="half" idx="2"/>
          </p:nvPr>
        </p:nvSpPr>
        <p:spPr>
          <a:xfrm>
            <a:off x="909771" y="2971800"/>
            <a:ext cx="4259923" cy="5505627"/>
          </a:xfrm>
        </p:spPr>
        <p:txBody>
          <a:bodyPr/>
          <a:lstStyle>
            <a:lvl1pPr marL="0" indent="0">
              <a:buNone/>
              <a:defRPr sz="1733"/>
            </a:lvl1pPr>
            <a:lvl2pPr marL="495285" indent="0">
              <a:buNone/>
              <a:defRPr sz="1517"/>
            </a:lvl2pPr>
            <a:lvl3pPr marL="990570" indent="0">
              <a:buNone/>
              <a:defRPr sz="1300"/>
            </a:lvl3pPr>
            <a:lvl4pPr marL="1485854" indent="0">
              <a:buNone/>
              <a:defRPr sz="1083"/>
            </a:lvl4pPr>
            <a:lvl5pPr marL="1981139" indent="0">
              <a:buNone/>
              <a:defRPr sz="1083"/>
            </a:lvl5pPr>
            <a:lvl6pPr marL="2476424" indent="0">
              <a:buNone/>
              <a:defRPr sz="1083"/>
            </a:lvl6pPr>
            <a:lvl7pPr marL="2971709" indent="0">
              <a:buNone/>
              <a:defRPr sz="1083"/>
            </a:lvl7pPr>
            <a:lvl8pPr marL="3466993" indent="0">
              <a:buNone/>
              <a:defRPr sz="1083"/>
            </a:lvl8pPr>
            <a:lvl9pPr marL="3962278" indent="0">
              <a:buNone/>
              <a:defRPr sz="1083"/>
            </a:lvl9pPr>
          </a:lstStyle>
          <a:p>
            <a:pPr lvl="0"/>
            <a:r>
              <a:rPr lang="en-US"/>
              <a:t>Click to edit Master text styles</a:t>
            </a:r>
          </a:p>
        </p:txBody>
      </p:sp>
      <p:sp>
        <p:nvSpPr>
          <p:cNvPr id="5" name="Date Placeholder 4">
            <a:extLst>
              <a:ext uri="{FF2B5EF4-FFF2-40B4-BE49-F238E27FC236}">
                <a16:creationId xmlns:a16="http://schemas.microsoft.com/office/drawing/2014/main" id="{F6C09D8D-B443-D698-A6EB-67959078B66A}"/>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6" name="Footer Placeholder 5">
            <a:extLst>
              <a:ext uri="{FF2B5EF4-FFF2-40B4-BE49-F238E27FC236}">
                <a16:creationId xmlns:a16="http://schemas.microsoft.com/office/drawing/2014/main" id="{3E10EF59-CD78-FE9D-7F32-1924433D6E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D23A632-0663-80F5-1EF4-9ECED8D91FCC}"/>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35717603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9A350-CB95-15C6-6BC7-6A35DD44EB4F}"/>
              </a:ext>
            </a:extLst>
          </p:cNvPr>
          <p:cNvSpPr>
            <a:spLocks noGrp="1"/>
          </p:cNvSpPr>
          <p:nvPr>
            <p:ph type="title"/>
          </p:nvPr>
        </p:nvSpPr>
        <p:spPr>
          <a:xfrm>
            <a:off x="909771" y="660400"/>
            <a:ext cx="4259923" cy="2311400"/>
          </a:xfrm>
        </p:spPr>
        <p:txBody>
          <a:bodyPr anchor="b"/>
          <a:lstStyle>
            <a:lvl1pPr>
              <a:defRPr sz="3467"/>
            </a:lvl1pPr>
          </a:lstStyle>
          <a:p>
            <a:r>
              <a:rPr lang="en-US"/>
              <a:t>Click to edit Master title style</a:t>
            </a:r>
          </a:p>
        </p:txBody>
      </p:sp>
      <p:sp>
        <p:nvSpPr>
          <p:cNvPr id="3" name="Picture Placeholder 2">
            <a:extLst>
              <a:ext uri="{FF2B5EF4-FFF2-40B4-BE49-F238E27FC236}">
                <a16:creationId xmlns:a16="http://schemas.microsoft.com/office/drawing/2014/main" id="{775037C0-C594-F13F-4412-FC928B0B1B09}"/>
              </a:ext>
            </a:extLst>
          </p:cNvPr>
          <p:cNvSpPr>
            <a:spLocks noGrp="1"/>
          </p:cNvSpPr>
          <p:nvPr>
            <p:ph type="pic" idx="1"/>
          </p:nvPr>
        </p:nvSpPr>
        <p:spPr>
          <a:xfrm>
            <a:off x="5615120" y="1426281"/>
            <a:ext cx="6686550" cy="7039681"/>
          </a:xfrm>
        </p:spPr>
        <p:txBody>
          <a:bodyPr/>
          <a:lstStyle>
            <a:lvl1pPr marL="0" indent="0">
              <a:buNone/>
              <a:defRPr sz="3467"/>
            </a:lvl1pPr>
            <a:lvl2pPr marL="495285" indent="0">
              <a:buNone/>
              <a:defRPr sz="3033"/>
            </a:lvl2pPr>
            <a:lvl3pPr marL="990570" indent="0">
              <a:buNone/>
              <a:defRPr sz="2600"/>
            </a:lvl3pPr>
            <a:lvl4pPr marL="1485854" indent="0">
              <a:buNone/>
              <a:defRPr sz="2167"/>
            </a:lvl4pPr>
            <a:lvl5pPr marL="1981139" indent="0">
              <a:buNone/>
              <a:defRPr sz="2167"/>
            </a:lvl5pPr>
            <a:lvl6pPr marL="2476424" indent="0">
              <a:buNone/>
              <a:defRPr sz="2167"/>
            </a:lvl6pPr>
            <a:lvl7pPr marL="2971709" indent="0">
              <a:buNone/>
              <a:defRPr sz="2167"/>
            </a:lvl7pPr>
            <a:lvl8pPr marL="3466993" indent="0">
              <a:buNone/>
              <a:defRPr sz="2167"/>
            </a:lvl8pPr>
            <a:lvl9pPr marL="3962278" indent="0">
              <a:buNone/>
              <a:defRPr sz="2167"/>
            </a:lvl9pPr>
          </a:lstStyle>
          <a:p>
            <a:endParaRPr lang="en-US"/>
          </a:p>
        </p:txBody>
      </p:sp>
      <p:sp>
        <p:nvSpPr>
          <p:cNvPr id="4" name="Text Placeholder 3">
            <a:extLst>
              <a:ext uri="{FF2B5EF4-FFF2-40B4-BE49-F238E27FC236}">
                <a16:creationId xmlns:a16="http://schemas.microsoft.com/office/drawing/2014/main" id="{4B517762-24B3-775B-55DE-80345D4A0B17}"/>
              </a:ext>
            </a:extLst>
          </p:cNvPr>
          <p:cNvSpPr>
            <a:spLocks noGrp="1"/>
          </p:cNvSpPr>
          <p:nvPr>
            <p:ph type="body" sz="half" idx="2"/>
          </p:nvPr>
        </p:nvSpPr>
        <p:spPr>
          <a:xfrm>
            <a:off x="909771" y="2971800"/>
            <a:ext cx="4259923" cy="5505627"/>
          </a:xfrm>
        </p:spPr>
        <p:txBody>
          <a:bodyPr/>
          <a:lstStyle>
            <a:lvl1pPr marL="0" indent="0">
              <a:buNone/>
              <a:defRPr sz="1733"/>
            </a:lvl1pPr>
            <a:lvl2pPr marL="495285" indent="0">
              <a:buNone/>
              <a:defRPr sz="1517"/>
            </a:lvl2pPr>
            <a:lvl3pPr marL="990570" indent="0">
              <a:buNone/>
              <a:defRPr sz="1300"/>
            </a:lvl3pPr>
            <a:lvl4pPr marL="1485854" indent="0">
              <a:buNone/>
              <a:defRPr sz="1083"/>
            </a:lvl4pPr>
            <a:lvl5pPr marL="1981139" indent="0">
              <a:buNone/>
              <a:defRPr sz="1083"/>
            </a:lvl5pPr>
            <a:lvl6pPr marL="2476424" indent="0">
              <a:buNone/>
              <a:defRPr sz="1083"/>
            </a:lvl6pPr>
            <a:lvl7pPr marL="2971709" indent="0">
              <a:buNone/>
              <a:defRPr sz="1083"/>
            </a:lvl7pPr>
            <a:lvl8pPr marL="3466993" indent="0">
              <a:buNone/>
              <a:defRPr sz="1083"/>
            </a:lvl8pPr>
            <a:lvl9pPr marL="3962278" indent="0">
              <a:buNone/>
              <a:defRPr sz="1083"/>
            </a:lvl9pPr>
          </a:lstStyle>
          <a:p>
            <a:pPr lvl="0"/>
            <a:r>
              <a:rPr lang="en-US"/>
              <a:t>Click to edit Master text styles</a:t>
            </a:r>
          </a:p>
        </p:txBody>
      </p:sp>
      <p:sp>
        <p:nvSpPr>
          <p:cNvPr id="5" name="Date Placeholder 4">
            <a:extLst>
              <a:ext uri="{FF2B5EF4-FFF2-40B4-BE49-F238E27FC236}">
                <a16:creationId xmlns:a16="http://schemas.microsoft.com/office/drawing/2014/main" id="{1BDADCDB-8ADE-52BA-19EE-82F7A9FBFA2A}"/>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6" name="Footer Placeholder 5">
            <a:extLst>
              <a:ext uri="{FF2B5EF4-FFF2-40B4-BE49-F238E27FC236}">
                <a16:creationId xmlns:a16="http://schemas.microsoft.com/office/drawing/2014/main" id="{EBC7DEBA-5F6B-4D66-06B4-01F122A798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C634740-AA63-61E2-1A17-5C49315C3E38}"/>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1974456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791EE6-AD64-BB47-2240-8A9F64006E3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1416F2E-D0E4-F32D-38C4-80A9C9D237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9882D5-1D28-9B4A-AFBF-2E815C9CBA19}"/>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5" name="Footer Placeholder 4">
            <a:extLst>
              <a:ext uri="{FF2B5EF4-FFF2-40B4-BE49-F238E27FC236}">
                <a16:creationId xmlns:a16="http://schemas.microsoft.com/office/drawing/2014/main" id="{95926662-59D5-95E0-17B1-C907DC963C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E149E6D-1C29-2857-669B-AF156A98298E}"/>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4341465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E2B5DA-F129-7EE5-4A00-835144DC93BD}"/>
              </a:ext>
            </a:extLst>
          </p:cNvPr>
          <p:cNvSpPr>
            <a:spLocks noGrp="1"/>
          </p:cNvSpPr>
          <p:nvPr>
            <p:ph type="title" orient="vert"/>
          </p:nvPr>
        </p:nvSpPr>
        <p:spPr>
          <a:xfrm>
            <a:off x="9451975" y="527403"/>
            <a:ext cx="2847975" cy="839487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64142D-96F0-ACCD-9669-82414BA45526}"/>
              </a:ext>
            </a:extLst>
          </p:cNvPr>
          <p:cNvSpPr>
            <a:spLocks noGrp="1"/>
          </p:cNvSpPr>
          <p:nvPr>
            <p:ph type="body" orient="vert" idx="1"/>
          </p:nvPr>
        </p:nvSpPr>
        <p:spPr>
          <a:xfrm>
            <a:off x="908050" y="527403"/>
            <a:ext cx="8378825"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AF10D3-CC37-27B0-FC91-CEDBCA650016}"/>
              </a:ext>
            </a:extLst>
          </p:cNvPr>
          <p:cNvSpPr>
            <a:spLocks noGrp="1"/>
          </p:cNvSpPr>
          <p:nvPr>
            <p:ph type="dt" sz="half" idx="10"/>
          </p:nvPr>
        </p:nvSpPr>
        <p:spPr/>
        <p:txBody>
          <a:bodyPr/>
          <a:lstStyle/>
          <a:p>
            <a:fld id="{FF0880BC-5143-4D9C-9B5D-2E7926EC30F3}" type="datetimeFigureOut">
              <a:rPr lang="en-US" smtClean="0"/>
              <a:t>3/31/2026</a:t>
            </a:fld>
            <a:endParaRPr lang="en-US"/>
          </a:p>
        </p:txBody>
      </p:sp>
      <p:sp>
        <p:nvSpPr>
          <p:cNvPr id="5" name="Footer Placeholder 4">
            <a:extLst>
              <a:ext uri="{FF2B5EF4-FFF2-40B4-BE49-F238E27FC236}">
                <a16:creationId xmlns:a16="http://schemas.microsoft.com/office/drawing/2014/main" id="{CE5BF00D-8E52-610C-C20E-63C0DA39BE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3EB28-2DF8-08EC-C153-C94EAA423CFB}"/>
              </a:ext>
            </a:extLst>
          </p:cNvPr>
          <p:cNvSpPr>
            <a:spLocks noGrp="1"/>
          </p:cNvSpPr>
          <p:nvPr>
            <p:ph type="sldNum" sz="quarter" idx="12"/>
          </p:nvPr>
        </p:nvSpPr>
        <p:spPr/>
        <p:txBody>
          <a:bodyPr/>
          <a:lstStyle/>
          <a:p>
            <a:fld id="{7A51A002-53AF-42A1-AB44-98471D443E48}" type="slidenum">
              <a:rPr lang="en-US" smtClean="0"/>
              <a:t>‹#›</a:t>
            </a:fld>
            <a:endParaRPr lang="en-US"/>
          </a:p>
        </p:txBody>
      </p:sp>
    </p:spTree>
    <p:extLst>
      <p:ext uri="{BB962C8B-B14F-4D97-AF65-F5344CB8AC3E}">
        <p14:creationId xmlns:p14="http://schemas.microsoft.com/office/powerpoint/2010/main" val="17050431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1BCF5D-D6CD-9023-E379-ABE4858A0A1A}"/>
              </a:ext>
            </a:extLst>
          </p:cNvPr>
          <p:cNvSpPr>
            <a:spLocks noGrp="1"/>
          </p:cNvSpPr>
          <p:nvPr>
            <p:ph type="title"/>
          </p:nvPr>
        </p:nvSpPr>
        <p:spPr>
          <a:xfrm>
            <a:off x="908050" y="527404"/>
            <a:ext cx="11391900" cy="1914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54ACC04-5705-F690-E9B4-31B82F073AD1}"/>
              </a:ext>
            </a:extLst>
          </p:cNvPr>
          <p:cNvSpPr>
            <a:spLocks noGrp="1"/>
          </p:cNvSpPr>
          <p:nvPr>
            <p:ph type="body" idx="1"/>
          </p:nvPr>
        </p:nvSpPr>
        <p:spPr>
          <a:xfrm>
            <a:off x="908050" y="2637014"/>
            <a:ext cx="11391900"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70DD0B-BCE1-3266-5680-89BE0EB87D1A}"/>
              </a:ext>
            </a:extLst>
          </p:cNvPr>
          <p:cNvSpPr>
            <a:spLocks noGrp="1"/>
          </p:cNvSpPr>
          <p:nvPr>
            <p:ph type="dt" sz="half" idx="2"/>
          </p:nvPr>
        </p:nvSpPr>
        <p:spPr>
          <a:xfrm>
            <a:off x="908050" y="9181395"/>
            <a:ext cx="2971800" cy="527403"/>
          </a:xfrm>
          <a:prstGeom prst="rect">
            <a:avLst/>
          </a:prstGeom>
        </p:spPr>
        <p:txBody>
          <a:bodyPr vert="horz" lIns="91440" tIns="45720" rIns="91440" bIns="45720" rtlCol="0" anchor="ctr"/>
          <a:lstStyle>
            <a:lvl1pPr algn="l">
              <a:defRPr sz="1300">
                <a:solidFill>
                  <a:schemeClr val="tx1">
                    <a:tint val="82000"/>
                  </a:schemeClr>
                </a:solidFill>
              </a:defRPr>
            </a:lvl1pPr>
          </a:lstStyle>
          <a:p>
            <a:fld id="{FF0880BC-5143-4D9C-9B5D-2E7926EC30F3}" type="datetimeFigureOut">
              <a:rPr lang="en-US" smtClean="0"/>
              <a:t>3/31/2026</a:t>
            </a:fld>
            <a:endParaRPr lang="en-US"/>
          </a:p>
        </p:txBody>
      </p:sp>
      <p:sp>
        <p:nvSpPr>
          <p:cNvPr id="5" name="Footer Placeholder 4">
            <a:extLst>
              <a:ext uri="{FF2B5EF4-FFF2-40B4-BE49-F238E27FC236}">
                <a16:creationId xmlns:a16="http://schemas.microsoft.com/office/drawing/2014/main" id="{0FF6E93D-32BE-A75B-32DD-CD6FED248119}"/>
              </a:ext>
            </a:extLst>
          </p:cNvPr>
          <p:cNvSpPr>
            <a:spLocks noGrp="1"/>
          </p:cNvSpPr>
          <p:nvPr>
            <p:ph type="ftr" sz="quarter" idx="3"/>
          </p:nvPr>
        </p:nvSpPr>
        <p:spPr>
          <a:xfrm>
            <a:off x="4375150" y="9181395"/>
            <a:ext cx="4457700" cy="527403"/>
          </a:xfrm>
          <a:prstGeom prst="rect">
            <a:avLst/>
          </a:prstGeom>
        </p:spPr>
        <p:txBody>
          <a:bodyPr vert="horz" lIns="91440" tIns="45720" rIns="91440" bIns="45720" rtlCol="0" anchor="ctr"/>
          <a:lstStyle>
            <a:lvl1pPr algn="ctr">
              <a:defRPr sz="13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9D5C08C-5130-B5DA-926B-ADF0E0DC07C9}"/>
              </a:ext>
            </a:extLst>
          </p:cNvPr>
          <p:cNvSpPr>
            <a:spLocks noGrp="1"/>
          </p:cNvSpPr>
          <p:nvPr>
            <p:ph type="sldNum" sz="quarter" idx="4"/>
          </p:nvPr>
        </p:nvSpPr>
        <p:spPr>
          <a:xfrm>
            <a:off x="9328150" y="9181395"/>
            <a:ext cx="2971800" cy="527403"/>
          </a:xfrm>
          <a:prstGeom prst="rect">
            <a:avLst/>
          </a:prstGeom>
        </p:spPr>
        <p:txBody>
          <a:bodyPr vert="horz" lIns="91440" tIns="45720" rIns="91440" bIns="45720" rtlCol="0" anchor="ctr"/>
          <a:lstStyle>
            <a:lvl1pPr algn="r">
              <a:defRPr sz="1300">
                <a:solidFill>
                  <a:schemeClr val="tx1">
                    <a:tint val="82000"/>
                  </a:schemeClr>
                </a:solidFill>
              </a:defRPr>
            </a:lvl1pPr>
          </a:lstStyle>
          <a:p>
            <a:fld id="{7A51A002-53AF-42A1-AB44-98471D443E48}" type="slidenum">
              <a:rPr lang="en-US" smtClean="0"/>
              <a:t>‹#›</a:t>
            </a:fld>
            <a:endParaRPr lang="en-US"/>
          </a:p>
        </p:txBody>
      </p:sp>
    </p:spTree>
    <p:extLst>
      <p:ext uri="{BB962C8B-B14F-4D97-AF65-F5344CB8AC3E}">
        <p14:creationId xmlns:p14="http://schemas.microsoft.com/office/powerpoint/2010/main" val="4229662846"/>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Lst>
  <p:txStyles>
    <p:titleStyle>
      <a:lvl1pPr algn="l" defTabSz="990570" rtl="0" eaLnBrk="1" latinLnBrk="0" hangingPunct="1">
        <a:lnSpc>
          <a:spcPct val="90000"/>
        </a:lnSpc>
        <a:spcBef>
          <a:spcPct val="0"/>
        </a:spcBef>
        <a:buNone/>
        <a:defRPr sz="4767" kern="1200">
          <a:solidFill>
            <a:schemeClr val="tx1"/>
          </a:solidFill>
          <a:latin typeface="+mj-lt"/>
          <a:ea typeface="+mj-ea"/>
          <a:cs typeface="+mj-cs"/>
        </a:defRPr>
      </a:lvl1pPr>
    </p:titleStyle>
    <p:bodyStyle>
      <a:lvl1pPr marL="247642" indent="-247642" algn="l" defTabSz="990570" rtl="0" eaLnBrk="1" latinLnBrk="0" hangingPunct="1">
        <a:lnSpc>
          <a:spcPct val="90000"/>
        </a:lnSpc>
        <a:spcBef>
          <a:spcPts val="1083"/>
        </a:spcBef>
        <a:buFont typeface="Arial" panose="020B0604020202020204" pitchFamily="34" charset="0"/>
        <a:buChar char="•"/>
        <a:defRPr sz="3033" kern="1200">
          <a:solidFill>
            <a:schemeClr val="tx1"/>
          </a:solidFill>
          <a:latin typeface="+mn-lt"/>
          <a:ea typeface="+mn-ea"/>
          <a:cs typeface="+mn-cs"/>
        </a:defRPr>
      </a:lvl1pPr>
      <a:lvl2pPr marL="742927" indent="-247642" algn="l" defTabSz="990570" rtl="0" eaLnBrk="1" latinLnBrk="0" hangingPunct="1">
        <a:lnSpc>
          <a:spcPct val="90000"/>
        </a:lnSpc>
        <a:spcBef>
          <a:spcPts val="542"/>
        </a:spcBef>
        <a:buFont typeface="Arial" panose="020B0604020202020204" pitchFamily="34" charset="0"/>
        <a:buChar char="•"/>
        <a:defRPr sz="2600" kern="1200">
          <a:solidFill>
            <a:schemeClr val="tx1"/>
          </a:solidFill>
          <a:latin typeface="+mn-lt"/>
          <a:ea typeface="+mn-ea"/>
          <a:cs typeface="+mn-cs"/>
        </a:defRPr>
      </a:lvl2pPr>
      <a:lvl3pPr marL="1238212" indent="-247642" algn="l" defTabSz="990570" rtl="0" eaLnBrk="1" latinLnBrk="0" hangingPunct="1">
        <a:lnSpc>
          <a:spcPct val="90000"/>
        </a:lnSpc>
        <a:spcBef>
          <a:spcPts val="542"/>
        </a:spcBef>
        <a:buFont typeface="Arial" panose="020B0604020202020204" pitchFamily="34" charset="0"/>
        <a:buChar char="•"/>
        <a:defRPr sz="2167" kern="1200">
          <a:solidFill>
            <a:schemeClr val="tx1"/>
          </a:solidFill>
          <a:latin typeface="+mn-lt"/>
          <a:ea typeface="+mn-ea"/>
          <a:cs typeface="+mn-cs"/>
        </a:defRPr>
      </a:lvl3pPr>
      <a:lvl4pPr marL="1733497" indent="-247642" algn="l" defTabSz="990570" rtl="0" eaLnBrk="1" latinLnBrk="0" hangingPunct="1">
        <a:lnSpc>
          <a:spcPct val="90000"/>
        </a:lnSpc>
        <a:spcBef>
          <a:spcPts val="542"/>
        </a:spcBef>
        <a:buFont typeface="Arial" panose="020B0604020202020204" pitchFamily="34" charset="0"/>
        <a:buChar char="•"/>
        <a:defRPr sz="1950" kern="1200">
          <a:solidFill>
            <a:schemeClr val="tx1"/>
          </a:solidFill>
          <a:latin typeface="+mn-lt"/>
          <a:ea typeface="+mn-ea"/>
          <a:cs typeface="+mn-cs"/>
        </a:defRPr>
      </a:lvl4pPr>
      <a:lvl5pPr marL="2228781" indent="-247642" algn="l" defTabSz="990570" rtl="0" eaLnBrk="1" latinLnBrk="0" hangingPunct="1">
        <a:lnSpc>
          <a:spcPct val="90000"/>
        </a:lnSpc>
        <a:spcBef>
          <a:spcPts val="542"/>
        </a:spcBef>
        <a:buFont typeface="Arial" panose="020B0604020202020204" pitchFamily="34" charset="0"/>
        <a:buChar char="•"/>
        <a:defRPr sz="1950" kern="1200">
          <a:solidFill>
            <a:schemeClr val="tx1"/>
          </a:solidFill>
          <a:latin typeface="+mn-lt"/>
          <a:ea typeface="+mn-ea"/>
          <a:cs typeface="+mn-cs"/>
        </a:defRPr>
      </a:lvl5pPr>
      <a:lvl6pPr marL="2724066" indent="-247642" algn="l" defTabSz="990570" rtl="0" eaLnBrk="1" latinLnBrk="0" hangingPunct="1">
        <a:lnSpc>
          <a:spcPct val="90000"/>
        </a:lnSpc>
        <a:spcBef>
          <a:spcPts val="542"/>
        </a:spcBef>
        <a:buFont typeface="Arial" panose="020B0604020202020204" pitchFamily="34" charset="0"/>
        <a:buChar char="•"/>
        <a:defRPr sz="1950" kern="1200">
          <a:solidFill>
            <a:schemeClr val="tx1"/>
          </a:solidFill>
          <a:latin typeface="+mn-lt"/>
          <a:ea typeface="+mn-ea"/>
          <a:cs typeface="+mn-cs"/>
        </a:defRPr>
      </a:lvl6pPr>
      <a:lvl7pPr marL="3219351" indent="-247642" algn="l" defTabSz="990570" rtl="0" eaLnBrk="1" latinLnBrk="0" hangingPunct="1">
        <a:lnSpc>
          <a:spcPct val="90000"/>
        </a:lnSpc>
        <a:spcBef>
          <a:spcPts val="542"/>
        </a:spcBef>
        <a:buFont typeface="Arial" panose="020B0604020202020204" pitchFamily="34" charset="0"/>
        <a:buChar char="•"/>
        <a:defRPr sz="1950" kern="1200">
          <a:solidFill>
            <a:schemeClr val="tx1"/>
          </a:solidFill>
          <a:latin typeface="+mn-lt"/>
          <a:ea typeface="+mn-ea"/>
          <a:cs typeface="+mn-cs"/>
        </a:defRPr>
      </a:lvl7pPr>
      <a:lvl8pPr marL="3714636" indent="-247642" algn="l" defTabSz="990570" rtl="0" eaLnBrk="1" latinLnBrk="0" hangingPunct="1">
        <a:lnSpc>
          <a:spcPct val="90000"/>
        </a:lnSpc>
        <a:spcBef>
          <a:spcPts val="542"/>
        </a:spcBef>
        <a:buFont typeface="Arial" panose="020B0604020202020204" pitchFamily="34" charset="0"/>
        <a:buChar char="•"/>
        <a:defRPr sz="1950" kern="1200">
          <a:solidFill>
            <a:schemeClr val="tx1"/>
          </a:solidFill>
          <a:latin typeface="+mn-lt"/>
          <a:ea typeface="+mn-ea"/>
          <a:cs typeface="+mn-cs"/>
        </a:defRPr>
      </a:lvl8pPr>
      <a:lvl9pPr marL="4209920" indent="-247642" algn="l" defTabSz="990570" rtl="0" eaLnBrk="1" latinLnBrk="0" hangingPunct="1">
        <a:lnSpc>
          <a:spcPct val="90000"/>
        </a:lnSpc>
        <a:spcBef>
          <a:spcPts val="542"/>
        </a:spcBef>
        <a:buFont typeface="Arial" panose="020B0604020202020204" pitchFamily="34" charset="0"/>
        <a:buChar char="•"/>
        <a:defRPr sz="1950" kern="1200">
          <a:solidFill>
            <a:schemeClr val="tx1"/>
          </a:solidFill>
          <a:latin typeface="+mn-lt"/>
          <a:ea typeface="+mn-ea"/>
          <a:cs typeface="+mn-cs"/>
        </a:defRPr>
      </a:lvl9pPr>
    </p:bodyStyle>
    <p:otherStyle>
      <a:defPPr>
        <a:defRPr lang="en-US"/>
      </a:defPPr>
      <a:lvl1pPr marL="0" algn="l" defTabSz="990570" rtl="0" eaLnBrk="1" latinLnBrk="0" hangingPunct="1">
        <a:defRPr sz="1950" kern="1200">
          <a:solidFill>
            <a:schemeClr val="tx1"/>
          </a:solidFill>
          <a:latin typeface="+mn-lt"/>
          <a:ea typeface="+mn-ea"/>
          <a:cs typeface="+mn-cs"/>
        </a:defRPr>
      </a:lvl1pPr>
      <a:lvl2pPr marL="495285" algn="l" defTabSz="990570" rtl="0" eaLnBrk="1" latinLnBrk="0" hangingPunct="1">
        <a:defRPr sz="1950" kern="1200">
          <a:solidFill>
            <a:schemeClr val="tx1"/>
          </a:solidFill>
          <a:latin typeface="+mn-lt"/>
          <a:ea typeface="+mn-ea"/>
          <a:cs typeface="+mn-cs"/>
        </a:defRPr>
      </a:lvl2pPr>
      <a:lvl3pPr marL="990570" algn="l" defTabSz="990570" rtl="0" eaLnBrk="1" latinLnBrk="0" hangingPunct="1">
        <a:defRPr sz="1950" kern="1200">
          <a:solidFill>
            <a:schemeClr val="tx1"/>
          </a:solidFill>
          <a:latin typeface="+mn-lt"/>
          <a:ea typeface="+mn-ea"/>
          <a:cs typeface="+mn-cs"/>
        </a:defRPr>
      </a:lvl3pPr>
      <a:lvl4pPr marL="1485854" algn="l" defTabSz="990570" rtl="0" eaLnBrk="1" latinLnBrk="0" hangingPunct="1">
        <a:defRPr sz="1950" kern="1200">
          <a:solidFill>
            <a:schemeClr val="tx1"/>
          </a:solidFill>
          <a:latin typeface="+mn-lt"/>
          <a:ea typeface="+mn-ea"/>
          <a:cs typeface="+mn-cs"/>
        </a:defRPr>
      </a:lvl4pPr>
      <a:lvl5pPr marL="1981139" algn="l" defTabSz="990570" rtl="0" eaLnBrk="1" latinLnBrk="0" hangingPunct="1">
        <a:defRPr sz="1950" kern="1200">
          <a:solidFill>
            <a:schemeClr val="tx1"/>
          </a:solidFill>
          <a:latin typeface="+mn-lt"/>
          <a:ea typeface="+mn-ea"/>
          <a:cs typeface="+mn-cs"/>
        </a:defRPr>
      </a:lvl5pPr>
      <a:lvl6pPr marL="2476424" algn="l" defTabSz="990570" rtl="0" eaLnBrk="1" latinLnBrk="0" hangingPunct="1">
        <a:defRPr sz="1950" kern="1200">
          <a:solidFill>
            <a:schemeClr val="tx1"/>
          </a:solidFill>
          <a:latin typeface="+mn-lt"/>
          <a:ea typeface="+mn-ea"/>
          <a:cs typeface="+mn-cs"/>
        </a:defRPr>
      </a:lvl6pPr>
      <a:lvl7pPr marL="2971709" algn="l" defTabSz="990570" rtl="0" eaLnBrk="1" latinLnBrk="0" hangingPunct="1">
        <a:defRPr sz="1950" kern="1200">
          <a:solidFill>
            <a:schemeClr val="tx1"/>
          </a:solidFill>
          <a:latin typeface="+mn-lt"/>
          <a:ea typeface="+mn-ea"/>
          <a:cs typeface="+mn-cs"/>
        </a:defRPr>
      </a:lvl7pPr>
      <a:lvl8pPr marL="3466993" algn="l" defTabSz="990570" rtl="0" eaLnBrk="1" latinLnBrk="0" hangingPunct="1">
        <a:defRPr sz="1950" kern="1200">
          <a:solidFill>
            <a:schemeClr val="tx1"/>
          </a:solidFill>
          <a:latin typeface="+mn-lt"/>
          <a:ea typeface="+mn-ea"/>
          <a:cs typeface="+mn-cs"/>
        </a:defRPr>
      </a:lvl8pPr>
      <a:lvl9pPr marL="3962278" algn="l" defTabSz="990570" rtl="0" eaLnBrk="1" latinLnBrk="0" hangingPunct="1">
        <a:defRPr sz="19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alf Frame 4"/>
          <p:cNvSpPr/>
          <p:nvPr/>
        </p:nvSpPr>
        <p:spPr>
          <a:xfrm>
            <a:off x="3298567" y="148283"/>
            <a:ext cx="1445741" cy="1421027"/>
          </a:xfrm>
          <a:prstGeom prst="halfFrame">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Half Frame 5"/>
          <p:cNvSpPr/>
          <p:nvPr/>
        </p:nvSpPr>
        <p:spPr>
          <a:xfrm flipH="1" flipV="1">
            <a:off x="8426623" y="8303741"/>
            <a:ext cx="1445741" cy="1421027"/>
          </a:xfrm>
          <a:prstGeom prst="halfFrame">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Half Frame 6"/>
          <p:cNvSpPr/>
          <p:nvPr/>
        </p:nvSpPr>
        <p:spPr>
          <a:xfrm rot="16200000">
            <a:off x="3310921" y="8316098"/>
            <a:ext cx="1445741" cy="1421027"/>
          </a:xfrm>
          <a:prstGeom prst="halfFrame">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Half Frame 9"/>
          <p:cNvSpPr/>
          <p:nvPr/>
        </p:nvSpPr>
        <p:spPr>
          <a:xfrm flipH="1">
            <a:off x="8451335" y="148283"/>
            <a:ext cx="1445741" cy="1421027"/>
          </a:xfrm>
          <a:prstGeom prst="halfFrame">
            <a:avLst/>
          </a:prstGeom>
          <a:gradFill flip="none" rotWithShape="1">
            <a:gsLst>
              <a:gs pos="0">
                <a:schemeClr val="accent1">
                  <a:lumMod val="75000"/>
                  <a:shade val="30000"/>
                  <a:satMod val="115000"/>
                </a:schemeClr>
              </a:gs>
              <a:gs pos="50000">
                <a:schemeClr val="accent1">
                  <a:lumMod val="75000"/>
                  <a:shade val="67500"/>
                  <a:satMod val="115000"/>
                </a:schemeClr>
              </a:gs>
              <a:gs pos="100000">
                <a:schemeClr val="accent1">
                  <a:lumMod val="75000"/>
                  <a:shade val="100000"/>
                  <a:satMod val="115000"/>
                </a:schemeClr>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p:cNvSpPr/>
          <p:nvPr/>
        </p:nvSpPr>
        <p:spPr>
          <a:xfrm>
            <a:off x="3674777" y="1043787"/>
            <a:ext cx="5846089" cy="4034834"/>
          </a:xfrm>
          <a:prstGeom prst="rect">
            <a:avLst/>
          </a:prstGeom>
          <a:noFill/>
        </p:spPr>
        <p:txBody>
          <a:bodyPr spcFirstLastPara="1" wrap="none" lIns="91440" tIns="45720" rIns="91440" bIns="45720" numCol="1">
            <a:prstTxWarp prst="textArchUp">
              <a:avLst/>
            </a:prstTxWarp>
            <a:spAutoFit/>
          </a:bodyPr>
          <a:lstStyle/>
          <a:p>
            <a:pPr algn="ctr"/>
            <a:r>
              <a:rPr lang="en-US" sz="6600" dirty="0">
                <a:solidFill>
                  <a:srgbClr val="0070C0"/>
                </a:solidFill>
                <a:latin typeface="Arial Rounded MT Bold" panose="020F0704030504030204" pitchFamily="34" charset="0"/>
              </a:rPr>
              <a:t>CMR INSTITUTE OF TECHNOLOGY</a:t>
            </a:r>
          </a:p>
        </p:txBody>
      </p:sp>
      <p:sp>
        <p:nvSpPr>
          <p:cNvPr id="14" name="TextBox 13"/>
          <p:cNvSpPr txBox="1"/>
          <p:nvPr/>
        </p:nvSpPr>
        <p:spPr>
          <a:xfrm>
            <a:off x="4633095" y="2231259"/>
            <a:ext cx="4102443" cy="829945"/>
          </a:xfrm>
          <a:prstGeom prst="rect">
            <a:avLst/>
          </a:prstGeom>
          <a:noFill/>
        </p:spPr>
        <p:txBody>
          <a:bodyPr wrap="square" rtlCol="0">
            <a:spAutoFit/>
          </a:bodyPr>
          <a:lstStyle/>
          <a:p>
            <a:pPr algn="ctr"/>
            <a:r>
              <a:rPr lang="en-US" sz="2400" b="1" dirty="0"/>
              <a:t>Bengaluru, Karnataka-560037</a:t>
            </a:r>
          </a:p>
          <a:p>
            <a:pPr algn="ctr"/>
            <a:endParaRPr lang="en-US" sz="2400" b="1" dirty="0"/>
          </a:p>
        </p:txBody>
      </p:sp>
      <p:sp>
        <p:nvSpPr>
          <p:cNvPr id="41" name="TextBox 40"/>
          <p:cNvSpPr txBox="1"/>
          <p:nvPr/>
        </p:nvSpPr>
        <p:spPr>
          <a:xfrm>
            <a:off x="3298565" y="5974125"/>
            <a:ext cx="6573799" cy="3123932"/>
          </a:xfrm>
          <a:prstGeom prst="rect">
            <a:avLst/>
          </a:prstGeom>
          <a:noFill/>
        </p:spPr>
        <p:txBody>
          <a:bodyPr wrap="square" rtlCol="0" anchor="ctr">
            <a:spAutoFit/>
          </a:bodyPr>
          <a:lstStyle/>
          <a:p>
            <a:pPr>
              <a:lnSpc>
                <a:spcPct val="150000"/>
              </a:lnSpc>
            </a:pPr>
            <a:r>
              <a:rPr lang="en-US" sz="2800" dirty="0">
                <a:latin typeface="Arial Rounded MT Bold" panose="020F0704030504030204" pitchFamily="34" charset="0"/>
              </a:rPr>
              <a:t>Submitted By:             Submitted To:  </a:t>
            </a:r>
            <a:r>
              <a:rPr lang="en-US" sz="2200" dirty="0">
                <a:latin typeface="Arial Rounded MT Bold" panose="020F0704030504030204" pitchFamily="34" charset="0"/>
              </a:rPr>
              <a:t>Aakash Ku Jaiswal               Prof. Ann Mathews</a:t>
            </a:r>
          </a:p>
          <a:p>
            <a:pPr>
              <a:lnSpc>
                <a:spcPct val="150000"/>
              </a:lnSpc>
            </a:pPr>
            <a:r>
              <a:rPr lang="en-US" sz="2200" dirty="0">
                <a:latin typeface="Arial Rounded MT Bold" panose="020F0704030504030204" pitchFamily="34" charset="0"/>
              </a:rPr>
              <a:t>1CR24CS003      	            Prof. Shilpa </a:t>
            </a:r>
          </a:p>
          <a:p>
            <a:pPr>
              <a:lnSpc>
                <a:spcPct val="150000"/>
              </a:lnSpc>
            </a:pPr>
            <a:r>
              <a:rPr lang="en-US" sz="2200" dirty="0">
                <a:latin typeface="Arial Rounded MT Bold" panose="020F0704030504030204" pitchFamily="34" charset="0"/>
              </a:rPr>
              <a:t>CSE  			            Dept. of CSE</a:t>
            </a:r>
          </a:p>
          <a:p>
            <a:endParaRPr lang="en-US" sz="2800" dirty="0">
              <a:latin typeface="Arial Rounded MT Bold" panose="020F0704030504030204" pitchFamily="34" charset="0"/>
            </a:endParaRPr>
          </a:p>
          <a:p>
            <a:r>
              <a:rPr lang="en-US" sz="2800" dirty="0">
                <a:latin typeface="Arial Rounded MT Bold" panose="020F0704030504030204" pitchFamily="34" charset="0"/>
              </a:rPr>
              <a:t> </a:t>
            </a:r>
            <a:endParaRPr lang="en-US" sz="2400" dirty="0">
              <a:latin typeface="Arial Rounded MT Bold" panose="020F0704030504030204" pitchFamily="34" charset="0"/>
            </a:endParaRPr>
          </a:p>
        </p:txBody>
      </p:sp>
      <p:pic>
        <p:nvPicPr>
          <p:cNvPr id="4" name="Picture 3" descr="The image depicts a circular logo celebrating the 25th anniversary of the CMR Institute of Technology in Bengaluru, accredited with NAAC.&#10;&#10;AI-generated content may be incorrect.">
            <a:extLst>
              <a:ext uri="{FF2B5EF4-FFF2-40B4-BE49-F238E27FC236}">
                <a16:creationId xmlns:a16="http://schemas.microsoft.com/office/drawing/2014/main" id="{ECE80220-866C-5386-98B4-BA13451DC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3095" y="2947833"/>
            <a:ext cx="3904738" cy="290603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57471">
              <a:srgbClr val="90D0ED"/>
            </a:gs>
            <a:gs pos="43672">
              <a:srgbClr val="A7DAF1"/>
            </a:gs>
            <a:gs pos="17805">
              <a:srgbClr val="D2ECF8"/>
            </a:gs>
            <a:gs pos="91000">
              <a:srgbClr val="D7EEF9">
                <a:alpha val="0"/>
              </a:srgbClr>
            </a:gs>
            <a:gs pos="30488">
              <a:srgbClr val="BDE3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3" name="Picture 2" descr="CSE Study Vault&#10;&#10;AI-generated content may be incorrect.">
            <a:extLst>
              <a:ext uri="{FF2B5EF4-FFF2-40B4-BE49-F238E27FC236}">
                <a16:creationId xmlns:a16="http://schemas.microsoft.com/office/drawing/2014/main" id="{909B3ACB-464D-5B99-331B-5F34A80598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44902" y="463464"/>
            <a:ext cx="6918195" cy="3519813"/>
          </a:xfrm>
          <a:prstGeom prst="ellipse">
            <a:avLst/>
          </a:prstGeom>
          <a:ln w="63500" cap="rnd">
            <a:noFill/>
          </a:ln>
          <a:effectLst>
            <a:glow rad="228600">
              <a:schemeClr val="accent4">
                <a:satMod val="175000"/>
                <a:alpha val="40000"/>
              </a:schemeClr>
            </a:glow>
            <a:outerShdw blurRad="381000" dist="12700" dir="10500000" sy="-23000" kx="-800400" algn="bl" rotWithShape="0">
              <a:prstClr val="black">
                <a:alpha val="20000"/>
              </a:prstClr>
            </a:outerShdw>
          </a:effectLst>
          <a:scene3d>
            <a:camera prst="orthographicFront"/>
            <a:lightRig rig="contrasting" dir="t">
              <a:rot lat="0" lon="0" rev="3000000"/>
            </a:lightRig>
          </a:scene3d>
          <a:sp3d contourW="7620">
            <a:bevelT w="95250" h="31750" prst="relaxedInset"/>
            <a:contourClr>
              <a:srgbClr val="333333"/>
            </a:contourClr>
          </a:sp3d>
        </p:spPr>
      </p:pic>
      <p:sp>
        <p:nvSpPr>
          <p:cNvPr id="6" name="TextBox 5">
            <a:extLst>
              <a:ext uri="{FF2B5EF4-FFF2-40B4-BE49-F238E27FC236}">
                <a16:creationId xmlns:a16="http://schemas.microsoft.com/office/drawing/2014/main" id="{2090E665-9BFF-319E-6084-B804A4B84CD4}"/>
              </a:ext>
            </a:extLst>
          </p:cNvPr>
          <p:cNvSpPr txBox="1"/>
          <p:nvPr/>
        </p:nvSpPr>
        <p:spPr>
          <a:xfrm>
            <a:off x="2269993" y="4814550"/>
            <a:ext cx="8668011" cy="1477328"/>
          </a:xfrm>
          <a:prstGeom prst="rect">
            <a:avLst/>
          </a:prstGeom>
          <a:noFill/>
        </p:spPr>
        <p:txBody>
          <a:bodyPr wrap="square" rtlCol="0">
            <a:spAutoFit/>
          </a:bodyPr>
          <a:lstStyle/>
          <a:p>
            <a:pPr algn="ctr"/>
            <a:r>
              <a:rPr lang="en-US" sz="5000" b="1" dirty="0">
                <a:solidFill>
                  <a:srgbClr val="002060"/>
                </a:solidFill>
              </a:rPr>
              <a:t>CSE Study Vault</a:t>
            </a:r>
          </a:p>
          <a:p>
            <a:pPr algn="ctr"/>
            <a:r>
              <a:rPr lang="en-US" sz="4000" i="1" dirty="0">
                <a:solidFill>
                  <a:schemeClr val="bg2">
                    <a:lumMod val="10000"/>
                  </a:schemeClr>
                </a:solidFill>
              </a:rPr>
              <a:t>One Place for All Your Study Needs</a:t>
            </a:r>
          </a:p>
        </p:txBody>
      </p:sp>
      <p:pic>
        <p:nvPicPr>
          <p:cNvPr id="9" name="Camera 8">
            <a:extLst>
              <a:ext uri="{FF2B5EF4-FFF2-40B4-BE49-F238E27FC236}">
                <a16:creationId xmlns:a16="http://schemas.microsoft.com/office/drawing/2014/main" id="{A5176A6B-A0F4-5441-9490-7CBBC51921CA}"/>
              </a:ext>
            </a:extLst>
          </p:cNvPr>
          <p:cNvPicPr>
            <a:picLocks noChangeAspect="1"/>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tretch>
            <a:fillRect/>
          </a:stretch>
        </p:blipFill>
        <p:spPr>
          <a:xfrm>
            <a:off x="2124377" y="7534280"/>
            <a:ext cx="2485200" cy="2371720"/>
          </a:xfrm>
          <a:prstGeom prst="ellipse">
            <a:avLst/>
          </a:prstGeom>
          <a:ln>
            <a:noFill/>
          </a:ln>
          <a:effectLst>
            <a:softEdge rad="127000"/>
          </a:effectLst>
        </p:spPr>
      </p:pic>
      <p:sp>
        <p:nvSpPr>
          <p:cNvPr id="13" name="Speech Bubble: Oval 12">
            <a:extLst>
              <a:ext uri="{FF2B5EF4-FFF2-40B4-BE49-F238E27FC236}">
                <a16:creationId xmlns:a16="http://schemas.microsoft.com/office/drawing/2014/main" id="{170BE8DB-9C75-288F-0CBE-05A6D72783CB}"/>
              </a:ext>
            </a:extLst>
          </p:cNvPr>
          <p:cNvSpPr/>
          <p:nvPr/>
        </p:nvSpPr>
        <p:spPr>
          <a:xfrm>
            <a:off x="4446738" y="6795616"/>
            <a:ext cx="6491265" cy="1621874"/>
          </a:xfrm>
          <a:prstGeom prst="wedgeEllipseCallout">
            <a:avLst/>
          </a:prstGeom>
          <a:solidFill>
            <a:schemeClr val="accent1">
              <a:lumMod val="40000"/>
              <a:lumOff val="60000"/>
            </a:schemeClr>
          </a:solidFill>
          <a:ln>
            <a:solidFill>
              <a:schemeClr val="tx2">
                <a:lumMod val="50000"/>
                <a:lumOff val="50000"/>
              </a:schemeClr>
            </a:solidFill>
          </a:ln>
          <a:effectLst>
            <a:innerShdw blurRad="63500" dist="50800" dir="5400000">
              <a:prstClr val="black">
                <a:alpha val="50000"/>
              </a:prst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i="1" dirty="0">
                <a:solidFill>
                  <a:schemeClr val="accent2">
                    <a:lumMod val="75000"/>
                  </a:schemeClr>
                </a:solidFill>
                <a:latin typeface="Agency FB" panose="020B0503020202020204" pitchFamily="34" charset="0"/>
                <a:cs typeface="Arabic Typesetting" panose="020F0502020204030204" pitchFamily="66" charset="-78"/>
              </a:rPr>
              <a:t>“Empowering every mind, one click at a time.”</a:t>
            </a:r>
          </a:p>
        </p:txBody>
      </p:sp>
    </p:spTree>
    <p:extLst>
      <p:ext uri="{BB962C8B-B14F-4D97-AF65-F5344CB8AC3E}">
        <p14:creationId xmlns:p14="http://schemas.microsoft.com/office/powerpoint/2010/main" val="1824194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57471">
              <a:srgbClr val="90D0ED"/>
            </a:gs>
            <a:gs pos="43672">
              <a:srgbClr val="A7DAF1"/>
            </a:gs>
            <a:gs pos="17805">
              <a:srgbClr val="D2ECF8"/>
            </a:gs>
            <a:gs pos="91000">
              <a:srgbClr val="D7EEF9">
                <a:alpha val="0"/>
              </a:srgbClr>
            </a:gs>
            <a:gs pos="30488">
              <a:srgbClr val="BDE3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9C5192-8D20-F793-5D23-DC3643120665}"/>
              </a:ext>
            </a:extLst>
          </p:cNvPr>
          <p:cNvSpPr>
            <a:spLocks noGrp="1"/>
          </p:cNvSpPr>
          <p:nvPr>
            <p:ph type="title"/>
          </p:nvPr>
        </p:nvSpPr>
        <p:spPr/>
        <p:txBody>
          <a:bodyPr>
            <a:normAutofit/>
          </a:bodyPr>
          <a:lstStyle/>
          <a:p>
            <a:r>
              <a:rPr lang="en-US" sz="5000" b="1" dirty="0"/>
              <a:t>Description</a:t>
            </a:r>
          </a:p>
        </p:txBody>
      </p:sp>
      <p:sp>
        <p:nvSpPr>
          <p:cNvPr id="3" name="Content Placeholder 2">
            <a:extLst>
              <a:ext uri="{FF2B5EF4-FFF2-40B4-BE49-F238E27FC236}">
                <a16:creationId xmlns:a16="http://schemas.microsoft.com/office/drawing/2014/main" id="{F0BE97D5-E9D0-6A12-75D1-DAB405770665}"/>
              </a:ext>
            </a:extLst>
          </p:cNvPr>
          <p:cNvSpPr>
            <a:spLocks noGrp="1"/>
          </p:cNvSpPr>
          <p:nvPr>
            <p:ph idx="1"/>
          </p:nvPr>
        </p:nvSpPr>
        <p:spPr/>
        <p:txBody>
          <a:bodyPr>
            <a:normAutofit/>
          </a:bodyPr>
          <a:lstStyle/>
          <a:p>
            <a:pPr marL="0" indent="0">
              <a:lnSpc>
                <a:spcPct val="150000"/>
              </a:lnSpc>
              <a:buNone/>
            </a:pPr>
            <a:r>
              <a:rPr lang="en-US" sz="3000" dirty="0">
                <a:latin typeface="Calibri" panose="020F0502020204030204" pitchFamily="34" charset="0"/>
                <a:ea typeface="Calibri" panose="020F0502020204030204" pitchFamily="34" charset="0"/>
                <a:cs typeface="Calibri" panose="020F0502020204030204" pitchFamily="34" charset="0"/>
              </a:rPr>
              <a:t>CSE Study Vault is a web-based platform designed to provide organized and easy access to academic resources for Computer Science students. The system allows users to navigate through semesters and subjects to access study materials such as notes, previous year question papers, lab programs, and important questions. It simplifies the learning process by offering all resources in one centralized location.</a:t>
            </a:r>
          </a:p>
        </p:txBody>
      </p:sp>
      <p:pic>
        <p:nvPicPr>
          <p:cNvPr id="7" name="Picture 6" descr="CSE Study Vault&#10;&#10;AI-generated content may be incorrect.">
            <a:extLst>
              <a:ext uri="{FF2B5EF4-FFF2-40B4-BE49-F238E27FC236}">
                <a16:creationId xmlns:a16="http://schemas.microsoft.com/office/drawing/2014/main" id="{D60E9C6D-8118-4ECC-DBBD-2649961A0C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8804" y="526114"/>
            <a:ext cx="1102291" cy="915212"/>
          </a:xfrm>
          <a:prstGeom prst="rect">
            <a:avLst/>
          </a:prstGeom>
        </p:spPr>
      </p:pic>
    </p:spTree>
    <p:extLst>
      <p:ext uri="{BB962C8B-B14F-4D97-AF65-F5344CB8AC3E}">
        <p14:creationId xmlns:p14="http://schemas.microsoft.com/office/powerpoint/2010/main" val="139530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57471">
              <a:srgbClr val="90D0ED"/>
            </a:gs>
            <a:gs pos="43672">
              <a:srgbClr val="A7DAF1"/>
            </a:gs>
            <a:gs pos="17805">
              <a:srgbClr val="D2ECF8"/>
            </a:gs>
            <a:gs pos="91000">
              <a:srgbClr val="D7EEF9">
                <a:alpha val="0"/>
              </a:srgbClr>
            </a:gs>
            <a:gs pos="30488">
              <a:srgbClr val="BDE3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876A24B2-0851-A2FE-4BA5-DBA4114609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D46072-2811-3F96-B101-78FCC526B0AF}"/>
              </a:ext>
            </a:extLst>
          </p:cNvPr>
          <p:cNvSpPr>
            <a:spLocks noGrp="1"/>
          </p:cNvSpPr>
          <p:nvPr>
            <p:ph type="title"/>
          </p:nvPr>
        </p:nvSpPr>
        <p:spPr/>
        <p:txBody>
          <a:bodyPr>
            <a:normAutofit/>
          </a:bodyPr>
          <a:lstStyle/>
          <a:p>
            <a:r>
              <a:rPr lang="en-US" sz="5000" b="1" dirty="0"/>
              <a:t>Problem Statement</a:t>
            </a:r>
          </a:p>
        </p:txBody>
      </p:sp>
      <p:sp>
        <p:nvSpPr>
          <p:cNvPr id="3" name="Content Placeholder 2">
            <a:extLst>
              <a:ext uri="{FF2B5EF4-FFF2-40B4-BE49-F238E27FC236}">
                <a16:creationId xmlns:a16="http://schemas.microsoft.com/office/drawing/2014/main" id="{9864AB15-ED62-DD53-FAFC-2504A0FD391A}"/>
              </a:ext>
            </a:extLst>
          </p:cNvPr>
          <p:cNvSpPr>
            <a:spLocks noGrp="1"/>
          </p:cNvSpPr>
          <p:nvPr>
            <p:ph idx="1"/>
          </p:nvPr>
        </p:nvSpPr>
        <p:spPr/>
        <p:txBody>
          <a:bodyPr>
            <a:normAutofit/>
          </a:bodyPr>
          <a:lstStyle/>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Materials scattered across platforms.</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Hard to locate resources.</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No semester-wise organization.</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Retrieval takes too long.</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Important files get buried.</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Need centralized access.</a:t>
            </a:r>
          </a:p>
        </p:txBody>
      </p:sp>
      <p:pic>
        <p:nvPicPr>
          <p:cNvPr id="7" name="Picture 6" descr="CSE Study Vault&#10;&#10;AI-generated content may be incorrect.">
            <a:extLst>
              <a:ext uri="{FF2B5EF4-FFF2-40B4-BE49-F238E27FC236}">
                <a16:creationId xmlns:a16="http://schemas.microsoft.com/office/drawing/2014/main" id="{EA50C3C6-0BD4-D7B6-BC8D-BD58FEE084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8804" y="526114"/>
            <a:ext cx="1102291" cy="915212"/>
          </a:xfrm>
          <a:prstGeom prst="rect">
            <a:avLst/>
          </a:prstGeom>
        </p:spPr>
      </p:pic>
    </p:spTree>
    <p:extLst>
      <p:ext uri="{BB962C8B-B14F-4D97-AF65-F5344CB8AC3E}">
        <p14:creationId xmlns:p14="http://schemas.microsoft.com/office/powerpoint/2010/main" val="1492030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57471">
              <a:srgbClr val="90D0ED"/>
            </a:gs>
            <a:gs pos="43672">
              <a:srgbClr val="A7DAF1"/>
            </a:gs>
            <a:gs pos="17805">
              <a:srgbClr val="D2ECF8"/>
            </a:gs>
            <a:gs pos="91000">
              <a:srgbClr val="D7EEF9">
                <a:alpha val="0"/>
              </a:srgbClr>
            </a:gs>
            <a:gs pos="30488">
              <a:srgbClr val="BDE3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3FB3036A-6D07-FA0C-BC89-407CB2A0F1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298962-56A3-B93E-9AFC-9E130CE56113}"/>
              </a:ext>
            </a:extLst>
          </p:cNvPr>
          <p:cNvSpPr>
            <a:spLocks noGrp="1"/>
          </p:cNvSpPr>
          <p:nvPr>
            <p:ph type="title"/>
          </p:nvPr>
        </p:nvSpPr>
        <p:spPr/>
        <p:txBody>
          <a:bodyPr>
            <a:normAutofit/>
          </a:bodyPr>
          <a:lstStyle/>
          <a:p>
            <a:r>
              <a:rPr lang="en-US" sz="5000" b="1" dirty="0"/>
              <a:t>Objectives</a:t>
            </a:r>
          </a:p>
        </p:txBody>
      </p:sp>
      <p:sp>
        <p:nvSpPr>
          <p:cNvPr id="3" name="Content Placeholder 2">
            <a:extLst>
              <a:ext uri="{FF2B5EF4-FFF2-40B4-BE49-F238E27FC236}">
                <a16:creationId xmlns:a16="http://schemas.microsoft.com/office/drawing/2014/main" id="{9A6D16B9-81D2-C140-8B63-24149BA128FF}"/>
              </a:ext>
            </a:extLst>
          </p:cNvPr>
          <p:cNvSpPr>
            <a:spLocks noGrp="1"/>
          </p:cNvSpPr>
          <p:nvPr>
            <p:ph idx="1"/>
          </p:nvPr>
        </p:nvSpPr>
        <p:spPr/>
        <p:txBody>
          <a:bodyPr>
            <a:normAutofit/>
          </a:bodyPr>
          <a:lstStyle/>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Build centralized CSE platform.</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Organize resources by semester.</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Enable quick material access.</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Minimize search time and effort.</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Enhance usability with simplicity.</a:t>
            </a:r>
          </a:p>
          <a:p>
            <a:pPr marL="0" indent="0">
              <a:lnSpc>
                <a:spcPct val="150000"/>
              </a:lnSpc>
              <a:buNone/>
            </a:pPr>
            <a:endParaRPr lang="en-US" sz="3000"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descr="CSE Study Vault&#10;&#10;AI-generated content may be incorrect.">
            <a:extLst>
              <a:ext uri="{FF2B5EF4-FFF2-40B4-BE49-F238E27FC236}">
                <a16:creationId xmlns:a16="http://schemas.microsoft.com/office/drawing/2014/main" id="{63F6C0C1-6D25-94E1-1AF1-065110F781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8804" y="526114"/>
            <a:ext cx="1102291" cy="915212"/>
          </a:xfrm>
          <a:prstGeom prst="rect">
            <a:avLst/>
          </a:prstGeom>
        </p:spPr>
      </p:pic>
    </p:spTree>
    <p:extLst>
      <p:ext uri="{BB962C8B-B14F-4D97-AF65-F5344CB8AC3E}">
        <p14:creationId xmlns:p14="http://schemas.microsoft.com/office/powerpoint/2010/main" val="743460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57471">
              <a:srgbClr val="90D0ED"/>
            </a:gs>
            <a:gs pos="43672">
              <a:srgbClr val="A7DAF1"/>
            </a:gs>
            <a:gs pos="17805">
              <a:srgbClr val="D2ECF8"/>
            </a:gs>
            <a:gs pos="91000">
              <a:srgbClr val="D7EEF9">
                <a:alpha val="0"/>
              </a:srgbClr>
            </a:gs>
            <a:gs pos="30488">
              <a:srgbClr val="BDE3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D96D174-BA81-661B-A5FC-C9A7AEF9AA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74139F-C294-873A-F5E4-D6102C97C546}"/>
              </a:ext>
            </a:extLst>
          </p:cNvPr>
          <p:cNvSpPr>
            <a:spLocks noGrp="1"/>
          </p:cNvSpPr>
          <p:nvPr>
            <p:ph type="title"/>
          </p:nvPr>
        </p:nvSpPr>
        <p:spPr/>
        <p:txBody>
          <a:bodyPr>
            <a:normAutofit/>
          </a:bodyPr>
          <a:lstStyle/>
          <a:p>
            <a:r>
              <a:rPr lang="en-US" sz="5000" b="1" dirty="0"/>
              <a:t>Social Benefits</a:t>
            </a:r>
          </a:p>
        </p:txBody>
      </p:sp>
      <p:sp>
        <p:nvSpPr>
          <p:cNvPr id="3" name="Content Placeholder 2">
            <a:extLst>
              <a:ext uri="{FF2B5EF4-FFF2-40B4-BE49-F238E27FC236}">
                <a16:creationId xmlns:a16="http://schemas.microsoft.com/office/drawing/2014/main" id="{E80BD1D0-0351-86D3-1A2D-BB53FC81636C}"/>
              </a:ext>
            </a:extLst>
          </p:cNvPr>
          <p:cNvSpPr>
            <a:spLocks noGrp="1"/>
          </p:cNvSpPr>
          <p:nvPr>
            <p:ph idx="1"/>
          </p:nvPr>
        </p:nvSpPr>
        <p:spPr/>
        <p:txBody>
          <a:bodyPr>
            <a:normAutofit/>
          </a:bodyPr>
          <a:lstStyle/>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Supports student learning efficiency.</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Reduces academic stress.</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Promotes equal resources access.</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Encourage organized study habits.</a:t>
            </a:r>
          </a:p>
          <a:p>
            <a:pPr marL="514350" indent="-514350">
              <a:lnSpc>
                <a:spcPct val="150000"/>
              </a:lnSpc>
              <a:buFont typeface="+mj-lt"/>
              <a:buAutoNum type="arabicPeriod"/>
            </a:pPr>
            <a:r>
              <a:rPr lang="en-US" sz="3000" dirty="0">
                <a:latin typeface="Calibri" panose="020F0502020204030204" pitchFamily="34" charset="0"/>
                <a:ea typeface="Calibri" panose="020F0502020204030204" pitchFamily="34" charset="0"/>
                <a:cs typeface="Calibri" panose="020F0502020204030204" pitchFamily="34" charset="0"/>
              </a:rPr>
              <a:t>Improves overall academic performance.</a:t>
            </a:r>
          </a:p>
        </p:txBody>
      </p:sp>
      <p:pic>
        <p:nvPicPr>
          <p:cNvPr id="7" name="Picture 6" descr="CSE Study Vault&#10;&#10;AI-generated content may be incorrect.">
            <a:extLst>
              <a:ext uri="{FF2B5EF4-FFF2-40B4-BE49-F238E27FC236}">
                <a16:creationId xmlns:a16="http://schemas.microsoft.com/office/drawing/2014/main" id="{76908C06-0E3C-B08F-8108-F2732441C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8804" y="526114"/>
            <a:ext cx="1102291" cy="915212"/>
          </a:xfrm>
          <a:prstGeom prst="rect">
            <a:avLst/>
          </a:prstGeom>
        </p:spPr>
      </p:pic>
    </p:spTree>
    <p:extLst>
      <p:ext uri="{BB962C8B-B14F-4D97-AF65-F5344CB8AC3E}">
        <p14:creationId xmlns:p14="http://schemas.microsoft.com/office/powerpoint/2010/main" val="4218354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57471">
              <a:srgbClr val="90D0ED"/>
            </a:gs>
            <a:gs pos="43672">
              <a:srgbClr val="A7DAF1"/>
            </a:gs>
            <a:gs pos="17805">
              <a:srgbClr val="D2ECF8"/>
            </a:gs>
            <a:gs pos="91000">
              <a:srgbClr val="D7EEF9">
                <a:alpha val="0"/>
              </a:srgbClr>
            </a:gs>
            <a:gs pos="30488">
              <a:srgbClr val="BDE3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1ACCD136-7EAC-59A8-AF71-E9E8F3ADA3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EB60D7-64F3-401F-0395-BC7C42C4C230}"/>
              </a:ext>
            </a:extLst>
          </p:cNvPr>
          <p:cNvSpPr>
            <a:spLocks noGrp="1"/>
          </p:cNvSpPr>
          <p:nvPr>
            <p:ph type="title"/>
          </p:nvPr>
        </p:nvSpPr>
        <p:spPr/>
        <p:txBody>
          <a:bodyPr>
            <a:normAutofit/>
          </a:bodyPr>
          <a:lstStyle/>
          <a:p>
            <a:r>
              <a:rPr lang="en-US" sz="5000" b="1" dirty="0"/>
              <a:t>Tools and Technologies to be Use</a:t>
            </a:r>
          </a:p>
        </p:txBody>
      </p:sp>
      <p:sp>
        <p:nvSpPr>
          <p:cNvPr id="3" name="Content Placeholder 2">
            <a:extLst>
              <a:ext uri="{FF2B5EF4-FFF2-40B4-BE49-F238E27FC236}">
                <a16:creationId xmlns:a16="http://schemas.microsoft.com/office/drawing/2014/main" id="{982EA2C8-37C4-7B3C-BB1C-50B3EB35E41D}"/>
              </a:ext>
            </a:extLst>
          </p:cNvPr>
          <p:cNvSpPr>
            <a:spLocks noGrp="1"/>
          </p:cNvSpPr>
          <p:nvPr>
            <p:ph idx="1"/>
          </p:nvPr>
        </p:nvSpPr>
        <p:spPr/>
        <p:txBody>
          <a:bodyPr>
            <a:normAutofit/>
          </a:bodyPr>
          <a:lstStyle/>
          <a:p>
            <a:pPr marL="514350" indent="-514350">
              <a:lnSpc>
                <a:spcPct val="150000"/>
              </a:lnSpc>
              <a:buFont typeface="+mj-lt"/>
              <a:buAutoNum type="arabicPeriod"/>
            </a:pPr>
            <a:r>
              <a:rPr lang="en-US" sz="3000" b="1" dirty="0">
                <a:latin typeface="Calibri" panose="020F0502020204030204" pitchFamily="34" charset="0"/>
                <a:ea typeface="Calibri" panose="020F0502020204030204" pitchFamily="34" charset="0"/>
                <a:cs typeface="Calibri" panose="020F0502020204030204" pitchFamily="34" charset="0"/>
              </a:rPr>
              <a:t>Frontend: </a:t>
            </a:r>
            <a:r>
              <a:rPr lang="en-US" sz="3000" dirty="0">
                <a:latin typeface="Calibri" panose="020F0502020204030204" pitchFamily="34" charset="0"/>
                <a:ea typeface="Calibri" panose="020F0502020204030204" pitchFamily="34" charset="0"/>
                <a:cs typeface="Calibri" panose="020F0502020204030204" pitchFamily="34" charset="0"/>
              </a:rPr>
              <a:t>HTML(</a:t>
            </a:r>
            <a:r>
              <a:rPr lang="en-US" sz="3000"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for structuring web pages</a:t>
            </a:r>
            <a:r>
              <a:rPr lang="en-US" sz="3000" dirty="0">
                <a:latin typeface="Calibri" panose="020F0502020204030204" pitchFamily="34" charset="0"/>
                <a:ea typeface="Calibri" panose="020F0502020204030204" pitchFamily="34" charset="0"/>
                <a:cs typeface="Calibri" panose="020F0502020204030204" pitchFamily="34" charset="0"/>
              </a:rPr>
              <a:t>), CSS(</a:t>
            </a:r>
            <a:r>
              <a:rPr lang="en-US" sz="3000"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for designing and styling</a:t>
            </a:r>
            <a:r>
              <a:rPr lang="en-US" sz="3000" dirty="0">
                <a:latin typeface="Calibri" panose="020F0502020204030204" pitchFamily="34" charset="0"/>
                <a:ea typeface="Calibri" panose="020F0502020204030204" pitchFamily="34" charset="0"/>
                <a:cs typeface="Calibri" panose="020F0502020204030204" pitchFamily="34" charset="0"/>
              </a:rPr>
              <a:t>), JavaScript(</a:t>
            </a:r>
            <a:r>
              <a:rPr lang="en-US" sz="3000"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for basic interactivity and dynamic content</a:t>
            </a:r>
            <a:r>
              <a:rPr lang="en-US" sz="3000" dirty="0">
                <a:latin typeface="Calibri" panose="020F0502020204030204" pitchFamily="34" charset="0"/>
                <a:ea typeface="Calibri" panose="020F0502020204030204" pitchFamily="34" charset="0"/>
                <a:cs typeface="Calibri" panose="020F0502020204030204" pitchFamily="34" charset="0"/>
              </a:rPr>
              <a:t>).</a:t>
            </a:r>
          </a:p>
          <a:p>
            <a:pPr marL="514350" indent="-514350">
              <a:lnSpc>
                <a:spcPct val="150000"/>
              </a:lnSpc>
              <a:buFont typeface="+mj-lt"/>
              <a:buAutoNum type="arabicPeriod"/>
            </a:pPr>
            <a:r>
              <a:rPr lang="en-US" sz="3000" b="1" dirty="0">
                <a:latin typeface="Calibri" panose="020F0502020204030204" pitchFamily="34" charset="0"/>
                <a:ea typeface="Calibri" panose="020F0502020204030204" pitchFamily="34" charset="0"/>
                <a:cs typeface="Calibri" panose="020F0502020204030204" pitchFamily="34" charset="0"/>
              </a:rPr>
              <a:t>Backend: </a:t>
            </a:r>
            <a:r>
              <a:rPr lang="en-US" sz="3000" dirty="0">
                <a:latin typeface="Calibri" panose="020F0502020204030204" pitchFamily="34" charset="0"/>
                <a:ea typeface="Calibri" panose="020F0502020204030204" pitchFamily="34" charset="0"/>
                <a:cs typeface="Calibri" panose="020F0502020204030204" pitchFamily="34" charset="0"/>
              </a:rPr>
              <a:t>Python “</a:t>
            </a:r>
            <a:r>
              <a:rPr lang="en-US" sz="3000" dirty="0">
                <a:solidFill>
                  <a:schemeClr val="accent3"/>
                </a:solidFill>
                <a:latin typeface="Calibri" panose="020F0502020204030204" pitchFamily="34" charset="0"/>
                <a:ea typeface="Calibri" panose="020F0502020204030204" pitchFamily="34" charset="0"/>
                <a:cs typeface="Calibri" panose="020F0502020204030204" pitchFamily="34" charset="0"/>
              </a:rPr>
              <a:t>Flask Framework</a:t>
            </a:r>
            <a:r>
              <a:rPr lang="en-US" sz="3000" dirty="0">
                <a:latin typeface="Calibri" panose="020F0502020204030204" pitchFamily="34" charset="0"/>
                <a:ea typeface="Calibri" panose="020F0502020204030204" pitchFamily="34" charset="0"/>
                <a:cs typeface="Calibri" panose="020F0502020204030204" pitchFamily="34" charset="0"/>
              </a:rPr>
              <a:t>”(</a:t>
            </a:r>
            <a:r>
              <a:rPr lang="en-US" sz="3000"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to handle server logic, routing,</a:t>
            </a:r>
            <a:r>
              <a:rPr lang="en-US" sz="3000" dirty="0">
                <a:latin typeface="Calibri" panose="020F0502020204030204" pitchFamily="34" charset="0"/>
                <a:ea typeface="Calibri" panose="020F0502020204030204" pitchFamily="34" charset="0"/>
                <a:cs typeface="Calibri" panose="020F0502020204030204" pitchFamily="34" charset="0"/>
              </a:rPr>
              <a:t> </a:t>
            </a:r>
            <a:r>
              <a:rPr lang="en-US" sz="3000"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and data processing</a:t>
            </a:r>
            <a:r>
              <a:rPr lang="en-US" sz="3000" dirty="0">
                <a:latin typeface="Calibri" panose="020F0502020204030204" pitchFamily="34" charset="0"/>
                <a:ea typeface="Calibri" panose="020F0502020204030204" pitchFamily="34" charset="0"/>
                <a:cs typeface="Calibri" panose="020F0502020204030204" pitchFamily="34" charset="0"/>
              </a:rPr>
              <a:t>).</a:t>
            </a:r>
          </a:p>
          <a:p>
            <a:pPr marL="514350" indent="-514350">
              <a:lnSpc>
                <a:spcPct val="150000"/>
              </a:lnSpc>
              <a:buFont typeface="+mj-lt"/>
              <a:buAutoNum type="arabicPeriod"/>
            </a:pPr>
            <a:r>
              <a:rPr lang="en-US" sz="3000" b="1" dirty="0">
                <a:latin typeface="Calibri" panose="020F0502020204030204" pitchFamily="34" charset="0"/>
                <a:ea typeface="Calibri" panose="020F0502020204030204" pitchFamily="34" charset="0"/>
                <a:cs typeface="Calibri" panose="020F0502020204030204" pitchFamily="34" charset="0"/>
              </a:rPr>
              <a:t>Database: </a:t>
            </a:r>
            <a:r>
              <a:rPr lang="en-US" sz="3000" dirty="0">
                <a:latin typeface="Calibri" panose="020F0502020204030204" pitchFamily="34" charset="0"/>
                <a:ea typeface="Calibri" panose="020F0502020204030204" pitchFamily="34" charset="0"/>
                <a:cs typeface="Calibri" panose="020F0502020204030204" pitchFamily="34" charset="0"/>
              </a:rPr>
              <a:t>SQLite/MySQL(</a:t>
            </a:r>
            <a:r>
              <a:rPr lang="en-US" sz="3000"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to store data like subjects, semesters, and study materials</a:t>
            </a:r>
            <a:r>
              <a:rPr lang="en-US" sz="3000" dirty="0">
                <a:latin typeface="Calibri" panose="020F0502020204030204" pitchFamily="34" charset="0"/>
                <a:ea typeface="Calibri" panose="020F0502020204030204" pitchFamily="34" charset="0"/>
                <a:cs typeface="Calibri" panose="020F0502020204030204" pitchFamily="34" charset="0"/>
              </a:rPr>
              <a:t>).</a:t>
            </a:r>
          </a:p>
          <a:p>
            <a:pPr marL="514350" indent="-514350">
              <a:lnSpc>
                <a:spcPct val="150000"/>
              </a:lnSpc>
              <a:buFont typeface="+mj-lt"/>
              <a:buAutoNum type="arabicPeriod"/>
            </a:pPr>
            <a:r>
              <a:rPr lang="en-US" sz="3000" b="1" dirty="0">
                <a:latin typeface="Calibri" panose="020F0502020204030204" pitchFamily="34" charset="0"/>
                <a:ea typeface="Calibri" panose="020F0502020204030204" pitchFamily="34" charset="0"/>
                <a:cs typeface="Calibri" panose="020F0502020204030204" pitchFamily="34" charset="0"/>
              </a:rPr>
              <a:t>Other tools: </a:t>
            </a:r>
            <a:r>
              <a:rPr lang="en-US" sz="3000" dirty="0">
                <a:latin typeface="Calibri" panose="020F0502020204030204" pitchFamily="34" charset="0"/>
                <a:ea typeface="Calibri" panose="020F0502020204030204" pitchFamily="34" charset="0"/>
                <a:cs typeface="Calibri" panose="020F0502020204030204" pitchFamily="34" charset="0"/>
              </a:rPr>
              <a:t>VS code(</a:t>
            </a:r>
            <a:r>
              <a:rPr lang="en-US" sz="3000"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for development</a:t>
            </a:r>
            <a:r>
              <a:rPr lang="en-US" sz="3000" dirty="0">
                <a:latin typeface="Calibri" panose="020F0502020204030204" pitchFamily="34" charset="0"/>
                <a:ea typeface="Calibri" panose="020F0502020204030204" pitchFamily="34" charset="0"/>
                <a:cs typeface="Calibri" panose="020F0502020204030204" pitchFamily="34" charset="0"/>
              </a:rPr>
              <a:t>), Browser “</a:t>
            </a:r>
            <a:r>
              <a:rPr lang="en-US" sz="3000" dirty="0">
                <a:solidFill>
                  <a:schemeClr val="accent3">
                    <a:lumMod val="75000"/>
                  </a:schemeClr>
                </a:solidFill>
                <a:latin typeface="Calibri" panose="020F0502020204030204" pitchFamily="34" charset="0"/>
                <a:ea typeface="Calibri" panose="020F0502020204030204" pitchFamily="34" charset="0"/>
                <a:cs typeface="Calibri" panose="020F0502020204030204" pitchFamily="34" charset="0"/>
              </a:rPr>
              <a:t>Chrome</a:t>
            </a:r>
            <a:r>
              <a:rPr lang="en-US" sz="3000" dirty="0">
                <a:latin typeface="Calibri" panose="020F0502020204030204" pitchFamily="34" charset="0"/>
                <a:ea typeface="Calibri" panose="020F0502020204030204" pitchFamily="34" charset="0"/>
                <a:cs typeface="Calibri" panose="020F0502020204030204" pitchFamily="34" charset="0"/>
              </a:rPr>
              <a:t>”(</a:t>
            </a:r>
            <a:r>
              <a:rPr lang="en-US" sz="3000"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for</a:t>
            </a:r>
            <a:r>
              <a:rPr lang="en-US" sz="3000" dirty="0">
                <a:latin typeface="Calibri" panose="020F0502020204030204" pitchFamily="34" charset="0"/>
                <a:ea typeface="Calibri" panose="020F0502020204030204" pitchFamily="34" charset="0"/>
                <a:cs typeface="Calibri" panose="020F0502020204030204" pitchFamily="34" charset="0"/>
              </a:rPr>
              <a:t> </a:t>
            </a:r>
            <a:r>
              <a:rPr lang="en-US" sz="3000"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testing</a:t>
            </a:r>
            <a:r>
              <a:rPr lang="en-US" sz="3000" dirty="0">
                <a:latin typeface="Calibri" panose="020F0502020204030204" pitchFamily="34" charset="0"/>
                <a:ea typeface="Calibri" panose="020F0502020204030204" pitchFamily="34" charset="0"/>
                <a:cs typeface="Calibri" panose="020F0502020204030204" pitchFamily="34" charset="0"/>
              </a:rPr>
              <a:t>), Git(</a:t>
            </a:r>
            <a:r>
              <a:rPr lang="en-US" sz="3000" i="1" dirty="0">
                <a:solidFill>
                  <a:schemeClr val="accent2">
                    <a:lumMod val="75000"/>
                  </a:schemeClr>
                </a:solidFill>
                <a:latin typeface="Calibri" panose="020F0502020204030204" pitchFamily="34" charset="0"/>
                <a:ea typeface="Calibri" panose="020F0502020204030204" pitchFamily="34" charset="0"/>
                <a:cs typeface="Calibri" panose="020F0502020204030204" pitchFamily="34" charset="0"/>
              </a:rPr>
              <a:t>version control</a:t>
            </a:r>
            <a:r>
              <a:rPr lang="en-US" sz="3000" dirty="0">
                <a:latin typeface="Calibri" panose="020F0502020204030204" pitchFamily="34" charset="0"/>
                <a:ea typeface="Calibri" panose="020F0502020204030204" pitchFamily="34" charset="0"/>
                <a:cs typeface="Calibri" panose="020F0502020204030204" pitchFamily="34" charset="0"/>
              </a:rPr>
              <a:t>).</a:t>
            </a:r>
          </a:p>
          <a:p>
            <a:pPr marL="0" indent="0">
              <a:lnSpc>
                <a:spcPct val="150000"/>
              </a:lnSpc>
              <a:buNone/>
            </a:pPr>
            <a:endParaRPr lang="en-US" sz="3000" dirty="0">
              <a:latin typeface="Calibri" panose="020F0502020204030204" pitchFamily="34" charset="0"/>
              <a:ea typeface="Calibri" panose="020F0502020204030204" pitchFamily="34" charset="0"/>
              <a:cs typeface="Calibri" panose="020F0502020204030204" pitchFamily="34" charset="0"/>
            </a:endParaRPr>
          </a:p>
        </p:txBody>
      </p:sp>
      <p:pic>
        <p:nvPicPr>
          <p:cNvPr id="7" name="Picture 6" descr="CSE Study Vault&#10;&#10;AI-generated content may be incorrect.">
            <a:extLst>
              <a:ext uri="{FF2B5EF4-FFF2-40B4-BE49-F238E27FC236}">
                <a16:creationId xmlns:a16="http://schemas.microsoft.com/office/drawing/2014/main" id="{75C9285D-0BE1-670C-7EE8-B3F3A37B9C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8804" y="526114"/>
            <a:ext cx="1102291" cy="915212"/>
          </a:xfrm>
          <a:prstGeom prst="rect">
            <a:avLst/>
          </a:prstGeom>
        </p:spPr>
      </p:pic>
    </p:spTree>
    <p:extLst>
      <p:ext uri="{BB962C8B-B14F-4D97-AF65-F5344CB8AC3E}">
        <p14:creationId xmlns:p14="http://schemas.microsoft.com/office/powerpoint/2010/main" val="2799550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a:gsLst>
            <a:gs pos="57471">
              <a:srgbClr val="90D0ED"/>
            </a:gs>
            <a:gs pos="43672">
              <a:srgbClr val="A7DAF1"/>
            </a:gs>
            <a:gs pos="17805">
              <a:srgbClr val="D2ECF8"/>
            </a:gs>
            <a:gs pos="91000">
              <a:srgbClr val="D7EEF9">
                <a:alpha val="0"/>
              </a:srgbClr>
            </a:gs>
            <a:gs pos="30488">
              <a:srgbClr val="BDE3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2FAFD1D-F86E-423C-1624-EE82E1B4BA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1D195E-43D2-B86D-EFF6-5D050524473E}"/>
              </a:ext>
            </a:extLst>
          </p:cNvPr>
          <p:cNvSpPr>
            <a:spLocks noGrp="1"/>
          </p:cNvSpPr>
          <p:nvPr>
            <p:ph type="title"/>
          </p:nvPr>
        </p:nvSpPr>
        <p:spPr/>
        <p:txBody>
          <a:bodyPr>
            <a:normAutofit/>
          </a:bodyPr>
          <a:lstStyle/>
          <a:p>
            <a:r>
              <a:rPr lang="en-US" sz="5000" b="1" dirty="0"/>
              <a:t>ER Diagram</a:t>
            </a:r>
          </a:p>
        </p:txBody>
      </p:sp>
      <p:pic>
        <p:nvPicPr>
          <p:cNvPr id="7" name="Picture 6" descr="CSE Study Vault&#10;&#10;AI-generated content may be incorrect.">
            <a:extLst>
              <a:ext uri="{FF2B5EF4-FFF2-40B4-BE49-F238E27FC236}">
                <a16:creationId xmlns:a16="http://schemas.microsoft.com/office/drawing/2014/main" id="{B2676BA7-6AC7-729A-1E23-136485FC6D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8804" y="526114"/>
            <a:ext cx="1102291" cy="915212"/>
          </a:xfrm>
          <a:prstGeom prst="rect">
            <a:avLst/>
          </a:prstGeom>
        </p:spPr>
      </p:pic>
      <p:pic>
        <p:nvPicPr>
          <p:cNvPr id="4" name="Content Placeholder 4">
            <a:extLst>
              <a:ext uri="{FF2B5EF4-FFF2-40B4-BE49-F238E27FC236}">
                <a16:creationId xmlns:a16="http://schemas.microsoft.com/office/drawing/2014/main" id="{7C78DC95-86D8-3589-B64E-34111A3C801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08050" y="2442106"/>
            <a:ext cx="11391900" cy="6221834"/>
          </a:xfrm>
          <a:prstGeom prst="rect">
            <a:avLst/>
          </a:prstGeom>
        </p:spPr>
      </p:pic>
    </p:spTree>
    <p:extLst>
      <p:ext uri="{BB962C8B-B14F-4D97-AF65-F5344CB8AC3E}">
        <p14:creationId xmlns:p14="http://schemas.microsoft.com/office/powerpoint/2010/main" val="1693436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57471">
              <a:srgbClr val="90D0ED"/>
            </a:gs>
            <a:gs pos="43672">
              <a:srgbClr val="A7DAF1"/>
            </a:gs>
            <a:gs pos="17805">
              <a:srgbClr val="D2ECF8"/>
            </a:gs>
            <a:gs pos="91000">
              <a:srgbClr val="D7EEF9">
                <a:alpha val="0"/>
              </a:srgbClr>
            </a:gs>
            <a:gs pos="30488">
              <a:srgbClr val="BDE3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a:extLst>
            <a:ext uri="{FF2B5EF4-FFF2-40B4-BE49-F238E27FC236}">
              <a16:creationId xmlns:a16="http://schemas.microsoft.com/office/drawing/2014/main" id="{00F0FFE6-6BE7-384F-77D2-8EFA31A58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1203DC-7C0D-C62A-EE18-D09921FEFFB5}"/>
              </a:ext>
            </a:extLst>
          </p:cNvPr>
          <p:cNvSpPr>
            <a:spLocks noGrp="1"/>
          </p:cNvSpPr>
          <p:nvPr>
            <p:ph type="title"/>
          </p:nvPr>
        </p:nvSpPr>
        <p:spPr/>
        <p:txBody>
          <a:bodyPr>
            <a:normAutofit/>
          </a:bodyPr>
          <a:lstStyle/>
          <a:p>
            <a:r>
              <a:rPr lang="en-US" sz="5000" b="1" dirty="0"/>
              <a:t>Schema Diagram</a:t>
            </a:r>
          </a:p>
        </p:txBody>
      </p:sp>
      <p:pic>
        <p:nvPicPr>
          <p:cNvPr id="7" name="Picture 6" descr="CSE Study Vault&#10;&#10;AI-generated content may be incorrect.">
            <a:extLst>
              <a:ext uri="{FF2B5EF4-FFF2-40B4-BE49-F238E27FC236}">
                <a16:creationId xmlns:a16="http://schemas.microsoft.com/office/drawing/2014/main" id="{645F93B5-B422-6187-63AC-7B301DA27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8804" y="526114"/>
            <a:ext cx="1102291" cy="915212"/>
          </a:xfrm>
          <a:prstGeom prst="rect">
            <a:avLst/>
          </a:prstGeom>
        </p:spPr>
      </p:pic>
      <p:pic>
        <p:nvPicPr>
          <p:cNvPr id="6" name="Content Placeholder 4">
            <a:extLst>
              <a:ext uri="{FF2B5EF4-FFF2-40B4-BE49-F238E27FC236}">
                <a16:creationId xmlns:a16="http://schemas.microsoft.com/office/drawing/2014/main" id="{4B4214E5-C533-5180-B635-687A9FAF0DE8}"/>
              </a:ext>
            </a:extLst>
          </p:cNvPr>
          <p:cNvPicPr>
            <a:picLocks noGrp="1" noChangeAspect="1"/>
          </p:cNvPicPr>
          <p:nvPr>
            <p:ph idx="1"/>
          </p:nvPr>
        </p:nvPicPr>
        <p:blipFill>
          <a:blip r:embed="rId3"/>
          <a:stretch>
            <a:fillRect/>
          </a:stretch>
        </p:blipFill>
        <p:spPr>
          <a:xfrm>
            <a:off x="908049" y="2213506"/>
            <a:ext cx="11391900" cy="6541874"/>
          </a:xfrm>
          <a:prstGeom prst="rect">
            <a:avLst/>
          </a:prstGeom>
        </p:spPr>
      </p:pic>
    </p:spTree>
    <p:extLst>
      <p:ext uri="{BB962C8B-B14F-4D97-AF65-F5344CB8AC3E}">
        <p14:creationId xmlns:p14="http://schemas.microsoft.com/office/powerpoint/2010/main" val="3241952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3000" r="-3000"/>
          </a:stretch>
        </a:blipFill>
        <a:effectLst/>
      </p:bgPr>
    </p:bg>
    <p:spTree>
      <p:nvGrpSpPr>
        <p:cNvPr id="1" name=""/>
        <p:cNvGrpSpPr/>
        <p:nvPr/>
      </p:nvGrpSpPr>
      <p:grpSpPr>
        <a:xfrm>
          <a:off x="0" y="0"/>
          <a:ext cx="0" cy="0"/>
          <a:chOff x="0" y="0"/>
          <a:chExt cx="0" cy="0"/>
        </a:xfrm>
      </p:grpSpPr>
      <p:sp>
        <p:nvSpPr>
          <p:cNvPr id="2" name="Text Box 1"/>
          <p:cNvSpPr txBox="1"/>
          <p:nvPr/>
        </p:nvSpPr>
        <p:spPr>
          <a:xfrm>
            <a:off x="-2955290" y="110490"/>
            <a:ext cx="4402455" cy="368300"/>
          </a:xfrm>
          <a:prstGeom prst="rect">
            <a:avLst/>
          </a:prstGeom>
          <a:noFill/>
        </p:spPr>
        <p:txBody>
          <a:bodyPr wrap="square" rtlCol="0">
            <a:spAutoFit/>
          </a:bodyPr>
          <a:lstStyle/>
          <a:p>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656</TotalTime>
  <Words>299</Words>
  <Application>Microsoft Office PowerPoint</Application>
  <PresentationFormat>Custom</PresentationFormat>
  <Paragraphs>38</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Agency FB</vt:lpstr>
      <vt:lpstr>Aptos</vt:lpstr>
      <vt:lpstr>Aptos Display</vt:lpstr>
      <vt:lpstr>Arial</vt:lpstr>
      <vt:lpstr>Arial Rounded MT Bold</vt:lpstr>
      <vt:lpstr>Calibri</vt:lpstr>
      <vt:lpstr>Office Theme</vt:lpstr>
      <vt:lpstr>PowerPoint Presentation</vt:lpstr>
      <vt:lpstr>PowerPoint Presentation</vt:lpstr>
      <vt:lpstr>Description</vt:lpstr>
      <vt:lpstr>Problem Statement</vt:lpstr>
      <vt:lpstr>Objectives</vt:lpstr>
      <vt:lpstr>Social Benefits</vt:lpstr>
      <vt:lpstr>Tools and Technologies to be Use</vt:lpstr>
      <vt:lpstr>ER Diagram</vt:lpstr>
      <vt:lpstr>Schema Diagram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Subash Jaiswal</cp:lastModifiedBy>
  <cp:revision>91</cp:revision>
  <dcterms:created xsi:type="dcterms:W3CDTF">2023-04-06T17:22:00Z</dcterms:created>
  <dcterms:modified xsi:type="dcterms:W3CDTF">2026-04-01T02:50:19Z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F1818544823A4435B1EB8D80BE43FD46_12</vt:lpwstr>
  </property>
  <property fmtid="{D5CDD505-2E9C-101B-9397-08002B2CF9AE}" pid="3" name="KSOProductBuildVer">
    <vt:lpwstr>1033-12.2.0.13489</vt:lpwstr>
  </property>
</Properties>
</file>